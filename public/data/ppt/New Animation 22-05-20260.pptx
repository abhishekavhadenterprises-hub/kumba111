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3"/>
  </p:notesMasterIdLst>
  <p:handoutMasterIdLst>
    <p:handoutMasterId r:id="rId4"/>
  </p:handoutMasterIdLst>
  <p:sldIdLst>
    <p:sldId id="508" r:id="rId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B761330-72D5-4799-B3C1-BE6C653C3884}">
          <p14:sldIdLst>
            <p14:sldId id="508"/>
          </p14:sldIdLst>
        </p14:section>
        <p14:section name="Mobility Plan" id="{C46BDDD6-BFE7-4D55-BE90-344EEA1FB88E}">
          <p14:sldIdLst/>
        </p14:section>
      </p14:sectionLst>
    </p:ext>
    <p:ext uri="{EFAFB233-063F-42B5-8137-9DF3F51BA10A}">
      <p15:sldGuideLst xmlns:p15="http://schemas.microsoft.com/office/powerpoint/2012/main">
        <p15:guide id="2" userDrawn="1">
          <p15:clr>
            <a:srgbClr val="A4A3A4"/>
          </p15:clr>
        </p15:guide>
        <p15:guide id="3" pos="7488" userDrawn="1">
          <p15:clr>
            <a:srgbClr val="A4A3A4"/>
          </p15:clr>
        </p15:guide>
        <p15:guide id="4" orient="horz" pos="288" userDrawn="1">
          <p15:clr>
            <a:srgbClr val="A4A3A4"/>
          </p15:clr>
        </p15:guide>
        <p15:guide id="5" orient="horz" pos="4176" userDrawn="1">
          <p15:clr>
            <a:srgbClr val="A4A3A4"/>
          </p15:clr>
        </p15:guide>
        <p15:guide id="6" pos="192" userDrawn="1">
          <p15:clr>
            <a:srgbClr val="A4A3A4"/>
          </p15:clr>
        </p15:guide>
        <p15:guide id="7" orient="horz" pos="4320" userDrawn="1">
          <p15:clr>
            <a:srgbClr val="A4A3A4"/>
          </p15:clr>
        </p15:guide>
        <p15:guide id="8" orient="horz" userDrawn="1">
          <p15:clr>
            <a:srgbClr val="A4A3A4"/>
          </p15:clr>
        </p15:guide>
        <p15:guide id="9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BC3BE"/>
    <a:srgbClr val="BCC3BF"/>
    <a:srgbClr val="E8E8E8"/>
    <a:srgbClr val="595959"/>
    <a:srgbClr val="FFFF00"/>
    <a:srgbClr val="FF0000"/>
    <a:srgbClr val="92D050"/>
    <a:srgbClr val="FFC0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>
      <p:cViewPr varScale="1">
        <p:scale>
          <a:sx n="100" d="100"/>
          <a:sy n="100" d="100"/>
        </p:scale>
        <p:origin x="990" y="96"/>
      </p:cViewPr>
      <p:guideLst>
        <p:guide/>
        <p:guide pos="7488"/>
        <p:guide orient="horz" pos="288"/>
        <p:guide orient="horz" pos="4176"/>
        <p:guide pos="192"/>
        <p:guide orient="horz" pos="4320"/>
        <p:guide orient="horz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8" d="100"/>
        <a:sy n="9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2B2546-6C4D-6234-AEE8-E3ACEE0F9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9"/>
            <a:ext cx="3170239" cy="481540"/>
          </a:xfrm>
          <a:prstGeom prst="rect">
            <a:avLst/>
          </a:prstGeom>
        </p:spPr>
        <p:txBody>
          <a:bodyPr vert="horz" lIns="70449" tIns="35224" rIns="70449" bIns="35224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85AE1C-6E7D-6249-B87C-9218E2D1BF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8" y="9"/>
            <a:ext cx="3170239" cy="481540"/>
          </a:xfrm>
          <a:prstGeom prst="rect">
            <a:avLst/>
          </a:prstGeom>
        </p:spPr>
        <p:txBody>
          <a:bodyPr vert="horz" lIns="70449" tIns="35224" rIns="70449" bIns="35224" rtlCol="0"/>
          <a:lstStyle>
            <a:lvl1pPr algn="r">
              <a:defRPr sz="800"/>
            </a:lvl1pPr>
          </a:lstStyle>
          <a:p>
            <a:fld id="{748A06B3-AF48-4FBA-8324-0FAF0E99F20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9822C-9438-2312-2FE5-56B099893F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9119666"/>
            <a:ext cx="3170239" cy="481540"/>
          </a:xfrm>
          <a:prstGeom prst="rect">
            <a:avLst/>
          </a:prstGeom>
        </p:spPr>
        <p:txBody>
          <a:bodyPr vert="horz" lIns="70449" tIns="35224" rIns="70449" bIns="35224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A0A97-AC56-161A-FE9C-4C97C01B10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8" y="9119666"/>
            <a:ext cx="3170239" cy="481540"/>
          </a:xfrm>
          <a:prstGeom prst="rect">
            <a:avLst/>
          </a:prstGeom>
        </p:spPr>
        <p:txBody>
          <a:bodyPr vert="horz" lIns="70449" tIns="35224" rIns="70449" bIns="35224" rtlCol="0" anchor="b"/>
          <a:lstStyle>
            <a:lvl1pPr algn="r">
              <a:defRPr sz="800"/>
            </a:lvl1pPr>
          </a:lstStyle>
          <a:p>
            <a:fld id="{7F1E082D-CDB3-4CAB-929A-23F4DB426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0480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5"/>
            <a:ext cx="3170239" cy="480308"/>
          </a:xfrm>
          <a:prstGeom prst="rect">
            <a:avLst/>
          </a:prstGeom>
        </p:spPr>
        <p:txBody>
          <a:bodyPr vert="horz" lIns="70449" tIns="35224" rIns="70449" bIns="35224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8" y="5"/>
            <a:ext cx="3170239" cy="480308"/>
          </a:xfrm>
          <a:prstGeom prst="rect">
            <a:avLst/>
          </a:prstGeom>
        </p:spPr>
        <p:txBody>
          <a:bodyPr vert="horz" lIns="70449" tIns="35224" rIns="70449" bIns="35224" rtlCol="0"/>
          <a:lstStyle>
            <a:lvl1pPr algn="r">
              <a:defRPr sz="800"/>
            </a:lvl1pPr>
          </a:lstStyle>
          <a:p>
            <a:fld id="{EFCD43E4-0280-4CE6-A060-1BE38272E44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4025" y="719138"/>
            <a:ext cx="6407150" cy="3603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0449" tIns="35224" rIns="70449" bIns="352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41" y="4561067"/>
            <a:ext cx="5851526" cy="4320294"/>
          </a:xfrm>
          <a:prstGeom prst="rect">
            <a:avLst/>
          </a:prstGeom>
        </p:spPr>
        <p:txBody>
          <a:bodyPr vert="horz" lIns="70449" tIns="35224" rIns="70449" bIns="352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119663"/>
            <a:ext cx="3170239" cy="480308"/>
          </a:xfrm>
          <a:prstGeom prst="rect">
            <a:avLst/>
          </a:prstGeom>
        </p:spPr>
        <p:txBody>
          <a:bodyPr vert="horz" lIns="70449" tIns="35224" rIns="70449" bIns="35224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8" y="9119663"/>
            <a:ext cx="3170239" cy="480308"/>
          </a:xfrm>
          <a:prstGeom prst="rect">
            <a:avLst/>
          </a:prstGeom>
        </p:spPr>
        <p:txBody>
          <a:bodyPr vert="horz" lIns="70449" tIns="35224" rIns="70449" bIns="35224" rtlCol="0" anchor="b"/>
          <a:lstStyle>
            <a:lvl1pPr algn="r">
              <a:defRPr sz="800"/>
            </a:lvl1pPr>
          </a:lstStyle>
          <a:p>
            <a:fld id="{49C205D7-C64E-4915-8AB2-335F92D9B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826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458C-4A35-136B-6B6D-D2EF8F0FC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31F6D-F41F-C1CE-8E55-65F38E664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3C7F9-4352-365A-876D-1ABAB964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6A82C-3D2F-4790-AF2F-AC80AF3E6A99}" type="datetime1">
              <a:rPr lang="en-US" smtClean="0"/>
              <a:t>6/8/2026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1A248-0E94-9A1A-E800-83950B3E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r-IN"/>
              <a:t>सिंहस्थ कुंभमेळा त्रिंबकेश्वर – २०२६-२७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64E05-6135-BED9-A228-3C6A2D49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B6E83-37F9-4527-BA9D-8FBFDEA6F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58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473A-9EF4-6060-7794-E9B2E578A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29291-1FA1-74E5-3D51-17470B483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0A778-BC99-B081-814A-8B46A2B5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1D7A-F16C-48A4-A275-DDE25D0FA102}" type="datetime1">
              <a:rPr lang="en-US" smtClean="0"/>
              <a:t>6/8/2026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C2237-A196-1E1D-724A-C3B0FEE6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r-IN"/>
              <a:t>सिंहस्थ कुंभमेळा त्रिंबकेश्वर – २०२६-२७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0B0D7-9CF4-54A3-F65F-120EF0E4B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B6E83-37F9-4527-BA9D-8FBFDEA6F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63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06E8-2A51-D2BE-2086-0CF1DB12C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CBF19-CB70-C742-E0B0-8147D24E3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BA078-428A-0759-50B6-1388297D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C5AC-E79F-434F-BCA0-B93ADA6FD4B1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F4825-517B-7987-FE9E-04B0ED1B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r-IN"/>
              <a:t>सिंहस्थ कुंभमेळा त्रिंबकेश्वर – २०२६-२७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AC079-58D5-EA65-D1E9-2177CCD5C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3EF6-73A3-4959-8C20-E03505A01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7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2F6CD-4F9F-FBA9-798A-90EFFB1A7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83274-147E-CB89-9470-1892AE368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243EF-D801-74C7-A417-A61259C0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EC030-D136-B519-B0DB-D98A8FC76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1D66-069C-4550-B6C7-EA7D423FC2F4}" type="datetime1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FD0B8-08C4-32D3-5B8B-F88C8B05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r-IN"/>
              <a:t>सिंहस्थ कुंभमेळा त्रिंबकेश्वर – २०२६-२७ 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20654-A984-8107-2EC3-DE214BEA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3EF6-73A3-4959-8C20-E03505A01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84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388B-8AF6-4568-CC6D-30A8BE75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71FC2-BF1C-7336-5B8F-AAB0E4F74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17FFF-9BF5-D384-FB48-8B5979907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B431D-7910-416D-4212-A8EC1FBB2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1EB79-0268-3A0E-0D08-B33536242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74A60-CAF5-47D5-4311-6E5B6F63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78E8-9EEF-44D1-BB3A-DD402F9A0F7E}" type="datetime1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00762-7965-6E16-CC7C-DF0AB96BE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r-IN"/>
              <a:t>सिंहस्थ कुंभमेळा त्रिंबकेश्वर – २०२६-२७  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75C389-7C18-6D05-F6D3-D453EF11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3EF6-73A3-4959-8C20-E03505A01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78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39A9-9CD4-E2F2-EF0D-5B638F06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3FAD3E-2464-89DB-4A1F-8BB4059A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D6D8-D2A2-4ED3-BAB4-B36CA86097CA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16E8F-E112-809D-5AA1-865CC9D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40475"/>
            <a:ext cx="457200" cy="365125"/>
          </a:xfrm>
        </p:spPr>
        <p:txBody>
          <a:bodyPr/>
          <a:lstStyle/>
          <a:p>
            <a:fld id="{18CF3EF6-73A3-4959-8C20-E03505A017FE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B49186-A1B8-AAB8-33A3-BDE4CDBDBDD0}"/>
              </a:ext>
            </a:extLst>
          </p:cNvPr>
          <p:cNvCxnSpPr>
            <a:cxnSpLocks/>
          </p:cNvCxnSpPr>
          <p:nvPr userDrawn="1"/>
        </p:nvCxnSpPr>
        <p:spPr>
          <a:xfrm>
            <a:off x="0" y="6565932"/>
            <a:ext cx="83698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A45E9A-B434-BC5B-04CC-2D86BFB0DB61}"/>
              </a:ext>
            </a:extLst>
          </p:cNvPr>
          <p:cNvCxnSpPr>
            <a:cxnSpLocks/>
          </p:cNvCxnSpPr>
          <p:nvPr userDrawn="1"/>
        </p:nvCxnSpPr>
        <p:spPr>
          <a:xfrm flipV="1">
            <a:off x="8397134" y="6408551"/>
            <a:ext cx="0" cy="3147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0CFE62F-710C-A383-0291-01C0BD381C2F}"/>
              </a:ext>
            </a:extLst>
          </p:cNvPr>
          <p:cNvSpPr txBox="1">
            <a:spLocks/>
          </p:cNvSpPr>
          <p:nvPr userDrawn="1"/>
        </p:nvSpPr>
        <p:spPr>
          <a:xfrm>
            <a:off x="8236293" y="6451600"/>
            <a:ext cx="3263213" cy="341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r-IN" b="1" dirty="0">
                <a:solidFill>
                  <a:schemeClr val="tx1"/>
                </a:solidFill>
                <a:latin typeface="DVOT-Surekh" panose="00000400000000000000" pitchFamily="2" charset="0"/>
                <a:cs typeface="DVOT-Surekh" panose="00000400000000000000" pitchFamily="2" charset="0"/>
              </a:rPr>
              <a:t>सिंहस्थ कुंभमेळा त्रिंबकेश्वर – २०२६-२७  </a:t>
            </a:r>
            <a:endParaRPr lang="en-US" b="1" dirty="0">
              <a:solidFill>
                <a:schemeClr val="tx1"/>
              </a:solidFill>
              <a:latin typeface="DVOT-Surekh" panose="00000400000000000000" pitchFamily="2" charset="0"/>
              <a:cs typeface="DVOT-Surekh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336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7E27E7F-B9A3-83D6-2A42-7E221B6646C7}"/>
              </a:ext>
            </a:extLst>
          </p:cNvPr>
          <p:cNvCxnSpPr>
            <a:cxnSpLocks/>
          </p:cNvCxnSpPr>
          <p:nvPr userDrawn="1"/>
        </p:nvCxnSpPr>
        <p:spPr>
          <a:xfrm>
            <a:off x="0" y="6565932"/>
            <a:ext cx="83698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3144F76-2312-E93D-8674-2722EA525FE9}"/>
              </a:ext>
            </a:extLst>
          </p:cNvPr>
          <p:cNvCxnSpPr>
            <a:cxnSpLocks/>
          </p:cNvCxnSpPr>
          <p:nvPr userDrawn="1"/>
        </p:nvCxnSpPr>
        <p:spPr>
          <a:xfrm flipV="1">
            <a:off x="8397134" y="6408551"/>
            <a:ext cx="0" cy="3147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6A8E70D-2CE9-8C40-9676-E87780256AED}"/>
              </a:ext>
            </a:extLst>
          </p:cNvPr>
          <p:cNvSpPr txBox="1">
            <a:spLocks/>
          </p:cNvSpPr>
          <p:nvPr userDrawn="1"/>
        </p:nvSpPr>
        <p:spPr>
          <a:xfrm>
            <a:off x="8236293" y="6451600"/>
            <a:ext cx="3263213" cy="341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r-IN" b="1" dirty="0">
                <a:solidFill>
                  <a:schemeClr val="tx1"/>
                </a:solidFill>
                <a:latin typeface="DVOT-Surekh" panose="00000400000000000000" pitchFamily="2" charset="0"/>
                <a:cs typeface="DVOT-Surekh" panose="00000400000000000000" pitchFamily="2" charset="0"/>
              </a:rPr>
              <a:t>सिंहस्थ कुंभमेळा त्रिंबकेश्वर – २०२६-२७  </a:t>
            </a:r>
            <a:endParaRPr lang="en-US" b="1" dirty="0">
              <a:solidFill>
                <a:schemeClr val="tx1"/>
              </a:solidFill>
              <a:latin typeface="DVOT-Surekh" panose="00000400000000000000" pitchFamily="2" charset="0"/>
              <a:cs typeface="DVOT-Surekh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823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9B88-E56E-F6CA-0180-5E5069361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62ED3-DD15-AEB6-DA3E-2C5A76DE2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A3BEF-84FA-454C-DF01-1ED676065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48ADE-3B5E-8C25-981C-CD33FDED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36C-E866-4CFD-9C4A-C7C6EE61E96C}" type="datetime1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7B2A7-95F2-6914-63D2-EE36C321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r-IN"/>
              <a:t>सिंहस्थ कुंभमेळा त्रिंबकेश्वर – २०२६-२७ 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83148-56A1-DF47-5B9C-2C63677F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3EF6-73A3-4959-8C20-E03505A01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9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9284-FB12-401A-71E3-EDF19176B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97447F-16BB-0112-48D0-AB98CA417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A6AE4-BB02-EC6D-264B-156F41A99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CC4B8-16B5-966C-64B5-B1AC762F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FB7B-5924-44E6-852A-90C13F7AAFC8}" type="datetime1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A19AB-1CBC-71B0-9061-54C196C5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r-IN"/>
              <a:t>सिंहस्थ कुंभमेळा त्रिंबकेश्वर – २०२६-२७ 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89109-CE5D-5749-E636-8F60A6F8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3EF6-73A3-4959-8C20-E03505A017F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6B5CBD-B135-1F87-9D8B-A6D69A2B266B}"/>
              </a:ext>
            </a:extLst>
          </p:cNvPr>
          <p:cNvCxnSpPr>
            <a:cxnSpLocks/>
          </p:cNvCxnSpPr>
          <p:nvPr userDrawn="1"/>
        </p:nvCxnSpPr>
        <p:spPr>
          <a:xfrm>
            <a:off x="0" y="6565932"/>
            <a:ext cx="83698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30DDB8-952F-FA6D-9E0F-2270AA6A1016}"/>
              </a:ext>
            </a:extLst>
          </p:cNvPr>
          <p:cNvCxnSpPr>
            <a:cxnSpLocks/>
          </p:cNvCxnSpPr>
          <p:nvPr userDrawn="1"/>
        </p:nvCxnSpPr>
        <p:spPr>
          <a:xfrm flipV="1">
            <a:off x="8397134" y="6408551"/>
            <a:ext cx="0" cy="3147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9F2B5EA-62C5-E52F-13B4-23648A10E54A}"/>
              </a:ext>
            </a:extLst>
          </p:cNvPr>
          <p:cNvSpPr txBox="1">
            <a:spLocks/>
          </p:cNvSpPr>
          <p:nvPr userDrawn="1"/>
        </p:nvSpPr>
        <p:spPr>
          <a:xfrm>
            <a:off x="8236293" y="6451600"/>
            <a:ext cx="3263213" cy="341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r-IN" b="1" dirty="0">
                <a:solidFill>
                  <a:schemeClr val="tx1"/>
                </a:solidFill>
                <a:latin typeface="DVOT-Surekh" panose="00000400000000000000" pitchFamily="2" charset="0"/>
                <a:cs typeface="DVOT-Surekh" panose="00000400000000000000" pitchFamily="2" charset="0"/>
              </a:rPr>
              <a:t>सिंहस्थ कुंभमेळा त्रिंबकेश्वर – २०२६-२७  </a:t>
            </a:r>
            <a:endParaRPr lang="en-US" b="1" dirty="0">
              <a:solidFill>
                <a:schemeClr val="tx1"/>
              </a:solidFill>
              <a:latin typeface="DVOT-Surekh" panose="00000400000000000000" pitchFamily="2" charset="0"/>
              <a:cs typeface="DVOT-Surekh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39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96F0-1A1B-9A77-33CA-6B64C82A1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01FD7-0ECD-6FED-B65D-39F461F96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6194D-5CB0-4E85-EA51-DC501A7F2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268D-0226-43DE-B31E-611C564FE9D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5CEDE-E3BD-43DB-5DEC-B498ACAD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r-IN"/>
              <a:t>सिंहस्थ कुंभमेळा त्रिंबकेश्वर – २०२६-२७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6B572-F968-A22E-E9AB-415088F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3EF6-73A3-4959-8C20-E03505A017F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06DC9D-7C9B-9154-E1F0-DA759D42287F}"/>
              </a:ext>
            </a:extLst>
          </p:cNvPr>
          <p:cNvCxnSpPr>
            <a:cxnSpLocks/>
          </p:cNvCxnSpPr>
          <p:nvPr userDrawn="1"/>
        </p:nvCxnSpPr>
        <p:spPr>
          <a:xfrm>
            <a:off x="0" y="6565932"/>
            <a:ext cx="83698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5DEFD2-6C96-EC97-C58F-72DF58326FB9}"/>
              </a:ext>
            </a:extLst>
          </p:cNvPr>
          <p:cNvCxnSpPr>
            <a:cxnSpLocks/>
          </p:cNvCxnSpPr>
          <p:nvPr userDrawn="1"/>
        </p:nvCxnSpPr>
        <p:spPr>
          <a:xfrm flipV="1">
            <a:off x="8397134" y="6408551"/>
            <a:ext cx="0" cy="3147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79A432D-9F36-5E31-6E1D-76C1289A121C}"/>
              </a:ext>
            </a:extLst>
          </p:cNvPr>
          <p:cNvSpPr txBox="1">
            <a:spLocks/>
          </p:cNvSpPr>
          <p:nvPr userDrawn="1"/>
        </p:nvSpPr>
        <p:spPr>
          <a:xfrm>
            <a:off x="8236293" y="6451600"/>
            <a:ext cx="3263213" cy="341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r-IN" b="1" dirty="0">
                <a:solidFill>
                  <a:schemeClr val="tx1"/>
                </a:solidFill>
                <a:latin typeface="DVOT-Surekh" panose="00000400000000000000" pitchFamily="2" charset="0"/>
                <a:cs typeface="DVOT-Surekh" panose="00000400000000000000" pitchFamily="2" charset="0"/>
              </a:rPr>
              <a:t>सिंहस्थ कुंभमेळा त्रिंबकेश्वर – २०२६-२७  </a:t>
            </a:r>
            <a:endParaRPr lang="en-US" b="1" dirty="0">
              <a:solidFill>
                <a:schemeClr val="tx1"/>
              </a:solidFill>
              <a:latin typeface="DVOT-Surekh" panose="00000400000000000000" pitchFamily="2" charset="0"/>
              <a:cs typeface="DVOT-Surekh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92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F7AB2B-1CC1-2C91-4A33-300E65627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DA66-8BEA-A25F-197C-301B4B3FA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81EB1-A86A-E315-861E-28EE96D0A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604D-C149-40C8-AE48-B2070F97A786}" type="datetime1">
              <a:rPr lang="en-US" smtClean="0"/>
              <a:t>6/8/2026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CA541-FFF3-0622-03CB-3547EA782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3EF6-73A3-4959-8C20-E03505A01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7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D6E62F-C626-8E08-C7E5-84B773B43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A038B-65C2-0350-5333-B70BB8B9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F689E-9375-E70A-4B63-390DA937D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E5B78-FB73-45FE-9476-65330F1689F8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D6B7A-CBFF-1C41-A314-560CA0EA4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mr-IN"/>
              <a:t>सिंहस्थ कुंभमेळा त्रिंबकेश्वर – २०२६-२७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9740B-8D5C-D55F-DCFD-D0F3981E9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F3EF6-73A3-4959-8C20-E03505A017F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3402D5-D484-CE68-586B-13774EF498BB}"/>
              </a:ext>
            </a:extLst>
          </p:cNvPr>
          <p:cNvCxnSpPr>
            <a:cxnSpLocks/>
          </p:cNvCxnSpPr>
          <p:nvPr userDrawn="1"/>
        </p:nvCxnSpPr>
        <p:spPr>
          <a:xfrm>
            <a:off x="0" y="6565932"/>
            <a:ext cx="83698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BA4851-7B04-E3FB-49BD-52BFB2F96A9F}"/>
              </a:ext>
            </a:extLst>
          </p:cNvPr>
          <p:cNvCxnSpPr>
            <a:cxnSpLocks/>
          </p:cNvCxnSpPr>
          <p:nvPr userDrawn="1"/>
        </p:nvCxnSpPr>
        <p:spPr>
          <a:xfrm flipV="1">
            <a:off x="8397134" y="6408551"/>
            <a:ext cx="0" cy="3147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E815C78-4EFF-3ED7-CDA4-A0918966DFCC}"/>
              </a:ext>
            </a:extLst>
          </p:cNvPr>
          <p:cNvSpPr txBox="1">
            <a:spLocks/>
          </p:cNvSpPr>
          <p:nvPr userDrawn="1"/>
        </p:nvSpPr>
        <p:spPr>
          <a:xfrm>
            <a:off x="8236293" y="6451600"/>
            <a:ext cx="3263213" cy="341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r-IN" b="1" dirty="0">
                <a:solidFill>
                  <a:schemeClr val="tx1"/>
                </a:solidFill>
                <a:latin typeface="DVOT-Surekh" panose="00000400000000000000" pitchFamily="2" charset="0"/>
                <a:cs typeface="DVOT-Surekh" panose="00000400000000000000" pitchFamily="2" charset="0"/>
              </a:rPr>
              <a:t>सिंहस्थ कुंभमेळा त्रिंबकेश्वर – २०२६-२७  </a:t>
            </a:r>
            <a:endParaRPr lang="en-US" b="1" dirty="0">
              <a:solidFill>
                <a:schemeClr val="tx1"/>
              </a:solidFill>
              <a:latin typeface="DVOT-Surekh" panose="00000400000000000000" pitchFamily="2" charset="0"/>
              <a:cs typeface="DVOT-Surekh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72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1919-1884-1D5A-E462-1B65C851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447DA4BA-AD95-413C-9010-81A4F7ADFF68}"/>
              </a:ext>
            </a:extLst>
          </p:cNvPr>
          <p:cNvSpPr/>
          <p:nvPr/>
        </p:nvSpPr>
        <p:spPr>
          <a:xfrm>
            <a:off x="0" y="0"/>
            <a:ext cx="8631355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6F34A5-1270-7836-5915-2299ED4007B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77" t="5555" r="13194" b="3334"/>
          <a:stretch>
            <a:fillRect/>
          </a:stretch>
        </p:blipFill>
        <p:spPr>
          <a:xfrm>
            <a:off x="0" y="0"/>
            <a:ext cx="8614317" cy="6858000"/>
          </a:xfrm>
          <a:prstGeom prst="rect">
            <a:avLst/>
          </a:prstGeom>
        </p:spPr>
      </p:pic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8A8F328-2579-7941-1174-F242CB281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370CA9-AC8D-EDB8-8480-CEC2F7DAD2CD}"/>
              </a:ext>
            </a:extLst>
          </p:cNvPr>
          <p:cNvSpPr txBox="1">
            <a:spLocks/>
          </p:cNvSpPr>
          <p:nvPr/>
        </p:nvSpPr>
        <p:spPr>
          <a:xfrm>
            <a:off x="304800" y="493931"/>
            <a:ext cx="8309517" cy="5334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rgbClr val="002060"/>
                </a:solidFill>
                <a:latin typeface="DVOT-Surekh" panose="00000400000000000000" pitchFamily="2" charset="0"/>
                <a:ea typeface="+mj-ea"/>
                <a:cs typeface="DVOT-Surekh" panose="00000400000000000000" pitchFamily="2" charset="0"/>
              </a:defRPr>
            </a:lvl1pPr>
          </a:lstStyle>
          <a:p>
            <a:r>
              <a:rPr lang="en-US" dirty="0" err="1"/>
              <a:t>अमृतस्नान</a:t>
            </a:r>
            <a:r>
              <a:rPr lang="mr-IN" dirty="0"/>
              <a:t> मिरवणूक</a:t>
            </a:r>
            <a:r>
              <a:rPr lang="en-US" dirty="0"/>
              <a:t> </a:t>
            </a:r>
            <a:r>
              <a:rPr lang="mr-IN" dirty="0"/>
              <a:t>मार्ग -१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519353-B427-6F09-2AFD-396FE2ECD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3EF6-73A3-4959-8C20-E03505A017FE}" type="slidenum">
              <a:rPr lang="en-US" smtClean="0"/>
              <a:t>1</a:t>
            </a:fld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2017BFA-9B4B-728C-7165-62C53987B108}"/>
              </a:ext>
            </a:extLst>
          </p:cNvPr>
          <p:cNvSpPr/>
          <p:nvPr/>
        </p:nvSpPr>
        <p:spPr>
          <a:xfrm>
            <a:off x="882847" y="4057650"/>
            <a:ext cx="1606353" cy="914400"/>
          </a:xfrm>
          <a:custGeom>
            <a:avLst/>
            <a:gdLst>
              <a:gd name="csX0" fmla="*/ 31553 w 1606353"/>
              <a:gd name="csY0" fmla="*/ 914400 h 914400"/>
              <a:gd name="csX1" fmla="*/ 6153 w 1606353"/>
              <a:gd name="csY1" fmla="*/ 774700 h 914400"/>
              <a:gd name="csX2" fmla="*/ 133153 w 1606353"/>
              <a:gd name="csY2" fmla="*/ 438150 h 914400"/>
              <a:gd name="csX3" fmla="*/ 361753 w 1606353"/>
              <a:gd name="csY3" fmla="*/ 330200 h 914400"/>
              <a:gd name="csX4" fmla="*/ 838003 w 1606353"/>
              <a:gd name="csY4" fmla="*/ 254000 h 914400"/>
              <a:gd name="csX5" fmla="*/ 1155503 w 1606353"/>
              <a:gd name="csY5" fmla="*/ 184150 h 914400"/>
              <a:gd name="csX6" fmla="*/ 1339653 w 1606353"/>
              <a:gd name="csY6" fmla="*/ 158750 h 914400"/>
              <a:gd name="csX7" fmla="*/ 1606353 w 1606353"/>
              <a:gd name="csY7" fmla="*/ 0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606353" h="914400">
                <a:moveTo>
                  <a:pt x="31553" y="914400"/>
                </a:moveTo>
                <a:cubicBezTo>
                  <a:pt x="10386" y="884237"/>
                  <a:pt x="-10780" y="854075"/>
                  <a:pt x="6153" y="774700"/>
                </a:cubicBezTo>
                <a:cubicBezTo>
                  <a:pt x="23086" y="695325"/>
                  <a:pt x="73886" y="512233"/>
                  <a:pt x="133153" y="438150"/>
                </a:cubicBezTo>
                <a:cubicBezTo>
                  <a:pt x="192420" y="364067"/>
                  <a:pt x="244278" y="360892"/>
                  <a:pt x="361753" y="330200"/>
                </a:cubicBezTo>
                <a:cubicBezTo>
                  <a:pt x="479228" y="299508"/>
                  <a:pt x="705711" y="278342"/>
                  <a:pt x="838003" y="254000"/>
                </a:cubicBezTo>
                <a:cubicBezTo>
                  <a:pt x="970295" y="229658"/>
                  <a:pt x="1071895" y="200025"/>
                  <a:pt x="1155503" y="184150"/>
                </a:cubicBezTo>
                <a:cubicBezTo>
                  <a:pt x="1239111" y="168275"/>
                  <a:pt x="1264511" y="189442"/>
                  <a:pt x="1339653" y="158750"/>
                </a:cubicBezTo>
                <a:cubicBezTo>
                  <a:pt x="1414795" y="128058"/>
                  <a:pt x="1510574" y="64029"/>
                  <a:pt x="1606353" y="0"/>
                </a:cubicBezTo>
              </a:path>
            </a:pathLst>
          </a:custGeom>
          <a:noFill/>
          <a:ln w="38100">
            <a:solidFill>
              <a:srgbClr val="FFC000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DAC2A1-E585-BA9A-E4F1-DD24736CE4E8}"/>
              </a:ext>
            </a:extLst>
          </p:cNvPr>
          <p:cNvSpPr/>
          <p:nvPr/>
        </p:nvSpPr>
        <p:spPr>
          <a:xfrm>
            <a:off x="2025650" y="4057650"/>
            <a:ext cx="457200" cy="749300"/>
          </a:xfrm>
          <a:custGeom>
            <a:avLst/>
            <a:gdLst>
              <a:gd name="csX0" fmla="*/ 457200 w 457200"/>
              <a:gd name="csY0" fmla="*/ 0 h 749300"/>
              <a:gd name="csX1" fmla="*/ 184150 w 457200"/>
              <a:gd name="csY1" fmla="*/ 171450 h 749300"/>
              <a:gd name="csX2" fmla="*/ 184150 w 457200"/>
              <a:gd name="csY2" fmla="*/ 292100 h 749300"/>
              <a:gd name="csX3" fmla="*/ 158750 w 457200"/>
              <a:gd name="csY3" fmla="*/ 463550 h 749300"/>
              <a:gd name="csX4" fmla="*/ 82550 w 457200"/>
              <a:gd name="csY4" fmla="*/ 603250 h 749300"/>
              <a:gd name="csX5" fmla="*/ 0 w 457200"/>
              <a:gd name="csY5" fmla="*/ 749300 h 749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57200" h="749300">
                <a:moveTo>
                  <a:pt x="457200" y="0"/>
                </a:moveTo>
                <a:cubicBezTo>
                  <a:pt x="343429" y="61383"/>
                  <a:pt x="229658" y="122767"/>
                  <a:pt x="184150" y="171450"/>
                </a:cubicBezTo>
                <a:cubicBezTo>
                  <a:pt x="138642" y="220133"/>
                  <a:pt x="188383" y="243417"/>
                  <a:pt x="184150" y="292100"/>
                </a:cubicBezTo>
                <a:cubicBezTo>
                  <a:pt x="179917" y="340783"/>
                  <a:pt x="175683" y="411692"/>
                  <a:pt x="158750" y="463550"/>
                </a:cubicBezTo>
                <a:cubicBezTo>
                  <a:pt x="141817" y="515408"/>
                  <a:pt x="82550" y="603250"/>
                  <a:pt x="82550" y="603250"/>
                </a:cubicBezTo>
                <a:cubicBezTo>
                  <a:pt x="56092" y="650875"/>
                  <a:pt x="28046" y="700087"/>
                  <a:pt x="0" y="749300"/>
                </a:cubicBezTo>
              </a:path>
            </a:pathLst>
          </a:custGeom>
          <a:noFill/>
          <a:ln w="38100">
            <a:solidFill>
              <a:srgbClr val="FFC000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71AEF83-A963-322D-9EAB-998E15615158}"/>
              </a:ext>
            </a:extLst>
          </p:cNvPr>
          <p:cNvSpPr/>
          <p:nvPr/>
        </p:nvSpPr>
        <p:spPr>
          <a:xfrm>
            <a:off x="2057400" y="4691668"/>
            <a:ext cx="774700" cy="229582"/>
          </a:xfrm>
          <a:custGeom>
            <a:avLst/>
            <a:gdLst>
              <a:gd name="csX0" fmla="*/ 0 w 774700"/>
              <a:gd name="csY0" fmla="*/ 102582 h 229582"/>
              <a:gd name="csX1" fmla="*/ 133350 w 774700"/>
              <a:gd name="csY1" fmla="*/ 982 h 229582"/>
              <a:gd name="csX2" fmla="*/ 374650 w 774700"/>
              <a:gd name="csY2" fmla="*/ 58132 h 229582"/>
              <a:gd name="csX3" fmla="*/ 495300 w 774700"/>
              <a:gd name="csY3" fmla="*/ 172432 h 229582"/>
              <a:gd name="csX4" fmla="*/ 546100 w 774700"/>
              <a:gd name="csY4" fmla="*/ 229582 h 229582"/>
              <a:gd name="csX5" fmla="*/ 774700 w 774700"/>
              <a:gd name="csY5" fmla="*/ 172432 h 229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74700" h="229582">
                <a:moveTo>
                  <a:pt x="0" y="102582"/>
                </a:moveTo>
                <a:cubicBezTo>
                  <a:pt x="35454" y="55486"/>
                  <a:pt x="70909" y="8390"/>
                  <a:pt x="133350" y="982"/>
                </a:cubicBezTo>
                <a:cubicBezTo>
                  <a:pt x="195791" y="-6426"/>
                  <a:pt x="314325" y="29557"/>
                  <a:pt x="374650" y="58132"/>
                </a:cubicBezTo>
                <a:cubicBezTo>
                  <a:pt x="434975" y="86707"/>
                  <a:pt x="466725" y="143857"/>
                  <a:pt x="495300" y="172432"/>
                </a:cubicBezTo>
                <a:cubicBezTo>
                  <a:pt x="523875" y="201007"/>
                  <a:pt x="499533" y="229582"/>
                  <a:pt x="546100" y="229582"/>
                </a:cubicBezTo>
                <a:cubicBezTo>
                  <a:pt x="592667" y="229582"/>
                  <a:pt x="683683" y="201007"/>
                  <a:pt x="774700" y="172432"/>
                </a:cubicBezTo>
              </a:path>
            </a:pathLst>
          </a:custGeom>
          <a:noFill/>
          <a:ln w="38100">
            <a:solidFill>
              <a:srgbClr val="FFC000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6A8334-CA38-B932-2D4B-2A6543F73779}"/>
              </a:ext>
            </a:extLst>
          </p:cNvPr>
          <p:cNvSpPr/>
          <p:nvPr/>
        </p:nvSpPr>
        <p:spPr>
          <a:xfrm>
            <a:off x="2823634" y="1803400"/>
            <a:ext cx="2789391" cy="3071198"/>
          </a:xfrm>
          <a:custGeom>
            <a:avLst/>
            <a:gdLst>
              <a:gd name="csX0" fmla="*/ 0 w 2759299"/>
              <a:gd name="csY0" fmla="*/ 3067050 h 3089768"/>
              <a:gd name="csX1" fmla="*/ 158750 w 2759299"/>
              <a:gd name="csY1" fmla="*/ 3016250 h 3089768"/>
              <a:gd name="csX2" fmla="*/ 806450 w 2759299"/>
              <a:gd name="csY2" fmla="*/ 2457450 h 3089768"/>
              <a:gd name="csX3" fmla="*/ 1543050 w 2759299"/>
              <a:gd name="csY3" fmla="*/ 1758950 h 3089768"/>
              <a:gd name="csX4" fmla="*/ 2152650 w 2759299"/>
              <a:gd name="csY4" fmla="*/ 1143000 h 3089768"/>
              <a:gd name="csX5" fmla="*/ 2679700 w 2759299"/>
              <a:gd name="csY5" fmla="*/ 628650 h 3089768"/>
              <a:gd name="csX6" fmla="*/ 2743200 w 2759299"/>
              <a:gd name="csY6" fmla="*/ 419100 h 3089768"/>
              <a:gd name="csX7" fmla="*/ 2540000 w 2759299"/>
              <a:gd name="csY7" fmla="*/ 0 h 3089768"/>
              <a:gd name="csX0" fmla="*/ 0 w 2805865"/>
              <a:gd name="csY0" fmla="*/ 3033183 h 3071198"/>
              <a:gd name="csX1" fmla="*/ 205316 w 2805865"/>
              <a:gd name="csY1" fmla="*/ 3016250 h 3071198"/>
              <a:gd name="csX2" fmla="*/ 853016 w 2805865"/>
              <a:gd name="csY2" fmla="*/ 2457450 h 3071198"/>
              <a:gd name="csX3" fmla="*/ 1589616 w 2805865"/>
              <a:gd name="csY3" fmla="*/ 1758950 h 3071198"/>
              <a:gd name="csX4" fmla="*/ 2199216 w 2805865"/>
              <a:gd name="csY4" fmla="*/ 1143000 h 3071198"/>
              <a:gd name="csX5" fmla="*/ 2726266 w 2805865"/>
              <a:gd name="csY5" fmla="*/ 628650 h 3071198"/>
              <a:gd name="csX6" fmla="*/ 2789766 w 2805865"/>
              <a:gd name="csY6" fmla="*/ 419100 h 3071198"/>
              <a:gd name="csX7" fmla="*/ 2586566 w 2805865"/>
              <a:gd name="csY7" fmla="*/ 0 h 3071198"/>
              <a:gd name="csX0" fmla="*/ 0 w 2789391"/>
              <a:gd name="csY0" fmla="*/ 3033183 h 3071198"/>
              <a:gd name="csX1" fmla="*/ 205316 w 2789391"/>
              <a:gd name="csY1" fmla="*/ 3016250 h 3071198"/>
              <a:gd name="csX2" fmla="*/ 853016 w 2789391"/>
              <a:gd name="csY2" fmla="*/ 2457450 h 3071198"/>
              <a:gd name="csX3" fmla="*/ 1589616 w 2789391"/>
              <a:gd name="csY3" fmla="*/ 1758950 h 3071198"/>
              <a:gd name="csX4" fmla="*/ 2199216 w 2789391"/>
              <a:gd name="csY4" fmla="*/ 1143000 h 3071198"/>
              <a:gd name="csX5" fmla="*/ 2726266 w 2789391"/>
              <a:gd name="csY5" fmla="*/ 628650 h 3071198"/>
              <a:gd name="csX6" fmla="*/ 2764366 w 2789391"/>
              <a:gd name="csY6" fmla="*/ 425450 h 3071198"/>
              <a:gd name="csX7" fmla="*/ 2586566 w 2789391"/>
              <a:gd name="csY7" fmla="*/ 0 h 30711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89391" h="3071198">
                <a:moveTo>
                  <a:pt x="0" y="3033183"/>
                </a:moveTo>
                <a:cubicBezTo>
                  <a:pt x="12171" y="3058583"/>
                  <a:pt x="63147" y="3112206"/>
                  <a:pt x="205316" y="3016250"/>
                </a:cubicBezTo>
                <a:cubicBezTo>
                  <a:pt x="347485" y="2920294"/>
                  <a:pt x="622299" y="2667000"/>
                  <a:pt x="853016" y="2457450"/>
                </a:cubicBezTo>
                <a:cubicBezTo>
                  <a:pt x="1083733" y="2247900"/>
                  <a:pt x="1365249" y="1978025"/>
                  <a:pt x="1589616" y="1758950"/>
                </a:cubicBezTo>
                <a:cubicBezTo>
                  <a:pt x="1813983" y="1539875"/>
                  <a:pt x="2009774" y="1331383"/>
                  <a:pt x="2199216" y="1143000"/>
                </a:cubicBezTo>
                <a:cubicBezTo>
                  <a:pt x="2388658" y="954617"/>
                  <a:pt x="2632074" y="748242"/>
                  <a:pt x="2726266" y="628650"/>
                </a:cubicBezTo>
                <a:cubicBezTo>
                  <a:pt x="2820458" y="509058"/>
                  <a:pt x="2787649" y="530225"/>
                  <a:pt x="2764366" y="425450"/>
                </a:cubicBezTo>
                <a:cubicBezTo>
                  <a:pt x="2741083" y="320675"/>
                  <a:pt x="2676524" y="157162"/>
                  <a:pt x="2586566" y="0"/>
                </a:cubicBezTo>
              </a:path>
            </a:pathLst>
          </a:custGeom>
          <a:noFill/>
          <a:ln w="38100">
            <a:solidFill>
              <a:srgbClr val="FFC000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Graphic 21" descr="Circus Tent with solid fill">
            <a:extLst>
              <a:ext uri="{FF2B5EF4-FFF2-40B4-BE49-F238E27FC236}">
                <a16:creationId xmlns:a16="http://schemas.microsoft.com/office/drawing/2014/main" id="{E8744168-1DF3-61AD-7FB2-F5D11028D4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6154" y="1187409"/>
            <a:ext cx="298491" cy="298491"/>
          </a:xfrm>
          <a:prstGeom prst="rect">
            <a:avLst/>
          </a:prstGeom>
        </p:spPr>
      </p:pic>
      <p:pic>
        <p:nvPicPr>
          <p:cNvPr id="24" name="Graphic 23" descr="Circus Tent with solid fill">
            <a:extLst>
              <a:ext uri="{FF2B5EF4-FFF2-40B4-BE49-F238E27FC236}">
                <a16:creationId xmlns:a16="http://schemas.microsoft.com/office/drawing/2014/main" id="{BDE61C53-CE23-E2DF-1989-6209DFA3C0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3350" y="3721059"/>
            <a:ext cx="298491" cy="298491"/>
          </a:xfrm>
          <a:prstGeom prst="rect">
            <a:avLst/>
          </a:prstGeom>
        </p:spPr>
      </p:pic>
      <p:pic>
        <p:nvPicPr>
          <p:cNvPr id="25" name="Graphic 24" descr="Circus Tent with solid fill">
            <a:extLst>
              <a:ext uri="{FF2B5EF4-FFF2-40B4-BE49-F238E27FC236}">
                <a16:creationId xmlns:a16="http://schemas.microsoft.com/office/drawing/2014/main" id="{FC3A8210-1476-1161-CEE5-0B90E7E0D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625" y="4724400"/>
            <a:ext cx="298491" cy="298491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273225-8FE6-BC5E-BE20-7610EC79E995}"/>
              </a:ext>
            </a:extLst>
          </p:cNvPr>
          <p:cNvSpPr/>
          <p:nvPr/>
        </p:nvSpPr>
        <p:spPr>
          <a:xfrm>
            <a:off x="2470150" y="1485900"/>
            <a:ext cx="1365250" cy="2578100"/>
          </a:xfrm>
          <a:custGeom>
            <a:avLst/>
            <a:gdLst>
              <a:gd name="csX0" fmla="*/ 1365250 w 1365250"/>
              <a:gd name="csY0" fmla="*/ 0 h 2578100"/>
              <a:gd name="csX1" fmla="*/ 1009650 w 1365250"/>
              <a:gd name="csY1" fmla="*/ 1733550 h 2578100"/>
              <a:gd name="csX2" fmla="*/ 882650 w 1365250"/>
              <a:gd name="csY2" fmla="*/ 2133600 h 2578100"/>
              <a:gd name="csX3" fmla="*/ 412750 w 1365250"/>
              <a:gd name="csY3" fmla="*/ 2400300 h 2578100"/>
              <a:gd name="csX4" fmla="*/ 0 w 1365250"/>
              <a:gd name="csY4" fmla="*/ 2578100 h 257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65250" h="2578100">
                <a:moveTo>
                  <a:pt x="1365250" y="0"/>
                </a:moveTo>
                <a:cubicBezTo>
                  <a:pt x="1227666" y="688975"/>
                  <a:pt x="1090083" y="1377950"/>
                  <a:pt x="1009650" y="1733550"/>
                </a:cubicBezTo>
                <a:cubicBezTo>
                  <a:pt x="929217" y="2089150"/>
                  <a:pt x="982133" y="2022475"/>
                  <a:pt x="882650" y="2133600"/>
                </a:cubicBezTo>
                <a:cubicBezTo>
                  <a:pt x="783167" y="2244725"/>
                  <a:pt x="559858" y="2326217"/>
                  <a:pt x="412750" y="2400300"/>
                </a:cubicBezTo>
                <a:cubicBezTo>
                  <a:pt x="265642" y="2474383"/>
                  <a:pt x="132821" y="2526241"/>
                  <a:pt x="0" y="2578100"/>
                </a:cubicBezTo>
              </a:path>
            </a:pathLst>
          </a:custGeom>
          <a:noFill/>
          <a:ln w="38100">
            <a:solidFill>
              <a:srgbClr val="FFC000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BE9F71-026E-C6CE-4451-20AAB6C102B1}"/>
              </a:ext>
            </a:extLst>
          </p:cNvPr>
          <p:cNvSpPr/>
          <p:nvPr/>
        </p:nvSpPr>
        <p:spPr>
          <a:xfrm>
            <a:off x="3984645" y="1630857"/>
            <a:ext cx="587355" cy="29849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B245B-B4D1-EFCD-5874-C2B9BCADCB3B}"/>
              </a:ext>
            </a:extLst>
          </p:cNvPr>
          <p:cNvSpPr/>
          <p:nvPr/>
        </p:nvSpPr>
        <p:spPr>
          <a:xfrm>
            <a:off x="3776733" y="1448381"/>
            <a:ext cx="815955" cy="4201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Start  - 11.00 PM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CC3476-BF2B-6ADC-0D19-4F984239DB5C}"/>
              </a:ext>
            </a:extLst>
          </p:cNvPr>
          <p:cNvSpPr/>
          <p:nvPr/>
        </p:nvSpPr>
        <p:spPr>
          <a:xfrm>
            <a:off x="1919588" y="3523642"/>
            <a:ext cx="1101124" cy="298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Start  - 3:40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41FB0F-F6A9-C38D-7D4A-F2289056AE9F}"/>
              </a:ext>
            </a:extLst>
          </p:cNvPr>
          <p:cNvSpPr/>
          <p:nvPr/>
        </p:nvSpPr>
        <p:spPr>
          <a:xfrm>
            <a:off x="225542" y="5092560"/>
            <a:ext cx="1101124" cy="298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Start  - 3:35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A6E8F0-86C4-CAFA-4FF3-5BAACFEDF191}"/>
              </a:ext>
            </a:extLst>
          </p:cNvPr>
          <p:cNvSpPr/>
          <p:nvPr/>
        </p:nvSpPr>
        <p:spPr>
          <a:xfrm>
            <a:off x="1449503" y="4874598"/>
            <a:ext cx="1162303" cy="519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At </a:t>
            </a:r>
            <a:r>
              <a:rPr lang="en-US" sz="1200" b="1" dirty="0" err="1">
                <a:solidFill>
                  <a:schemeClr val="bg1"/>
                </a:solidFill>
              </a:rPr>
              <a:t>Kushwart</a:t>
            </a:r>
            <a:r>
              <a:rPr lang="en-US" sz="1200" b="1" dirty="0">
                <a:solidFill>
                  <a:schemeClr val="bg1"/>
                </a:solidFill>
              </a:rPr>
              <a:t>  - 4:15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4949F1-A094-2470-3622-DC995CBAC774}"/>
              </a:ext>
            </a:extLst>
          </p:cNvPr>
          <p:cNvSpPr/>
          <p:nvPr/>
        </p:nvSpPr>
        <p:spPr>
          <a:xfrm>
            <a:off x="1925719" y="4775221"/>
            <a:ext cx="125331" cy="114300"/>
          </a:xfrm>
          <a:prstGeom prst="rect">
            <a:avLst/>
          </a:prstGeom>
          <a:solidFill>
            <a:srgbClr val="00B0F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684D7B-6DC7-E9AF-9F48-5870A52DAFF0}"/>
              </a:ext>
            </a:extLst>
          </p:cNvPr>
          <p:cNvSpPr/>
          <p:nvPr/>
        </p:nvSpPr>
        <p:spPr>
          <a:xfrm>
            <a:off x="2362595" y="5053502"/>
            <a:ext cx="923127" cy="461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At Temple -  5:00 PM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D610198-8615-FE89-C9DC-0303EAE03124}"/>
              </a:ext>
            </a:extLst>
          </p:cNvPr>
          <p:cNvSpPr/>
          <p:nvPr/>
        </p:nvSpPr>
        <p:spPr>
          <a:xfrm>
            <a:off x="2728303" y="4889521"/>
            <a:ext cx="220294" cy="189909"/>
          </a:xfrm>
          <a:prstGeom prst="triangle">
            <a:avLst/>
          </a:prstGeom>
          <a:solidFill>
            <a:srgbClr val="FFC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348C37-06C4-74CA-4AA4-8D25E5B5837F}"/>
              </a:ext>
            </a:extLst>
          </p:cNvPr>
          <p:cNvSpPr/>
          <p:nvPr/>
        </p:nvSpPr>
        <p:spPr>
          <a:xfrm>
            <a:off x="5521876" y="2183035"/>
            <a:ext cx="923127" cy="461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At Ghat – 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6:30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 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0D7D738-7977-AD8C-835E-927EDCB37721}"/>
              </a:ext>
            </a:extLst>
          </p:cNvPr>
          <p:cNvSpPr/>
          <p:nvPr/>
        </p:nvSpPr>
        <p:spPr>
          <a:xfrm>
            <a:off x="895490" y="1600200"/>
            <a:ext cx="4522304" cy="3299817"/>
          </a:xfrm>
          <a:custGeom>
            <a:avLst/>
            <a:gdLst>
              <a:gd name="csX0" fmla="*/ 1808922 w 1808922"/>
              <a:gd name="csY0" fmla="*/ 327991 h 2146852"/>
              <a:gd name="csX1" fmla="*/ 1610139 w 1808922"/>
              <a:gd name="csY1" fmla="*/ 119269 h 2146852"/>
              <a:gd name="csX2" fmla="*/ 1510748 w 1808922"/>
              <a:gd name="csY2" fmla="*/ 218660 h 2146852"/>
              <a:gd name="csX3" fmla="*/ 1371600 w 1808922"/>
              <a:gd name="csY3" fmla="*/ 228600 h 2146852"/>
              <a:gd name="csX4" fmla="*/ 1162879 w 1808922"/>
              <a:gd name="csY4" fmla="*/ 228600 h 2146852"/>
              <a:gd name="csX5" fmla="*/ 1053548 w 1808922"/>
              <a:gd name="csY5" fmla="*/ 377687 h 2146852"/>
              <a:gd name="csX6" fmla="*/ 964096 w 1808922"/>
              <a:gd name="csY6" fmla="*/ 536713 h 2146852"/>
              <a:gd name="csX7" fmla="*/ 974035 w 1808922"/>
              <a:gd name="csY7" fmla="*/ 715617 h 2146852"/>
              <a:gd name="csX8" fmla="*/ 1013792 w 1808922"/>
              <a:gd name="csY8" fmla="*/ 805069 h 2146852"/>
              <a:gd name="csX9" fmla="*/ 954157 w 1808922"/>
              <a:gd name="csY9" fmla="*/ 1162878 h 2146852"/>
              <a:gd name="csX10" fmla="*/ 1272209 w 1808922"/>
              <a:gd name="csY10" fmla="*/ 1570382 h 2146852"/>
              <a:gd name="csX11" fmla="*/ 665922 w 1808922"/>
              <a:gd name="csY11" fmla="*/ 2146852 h 2146852"/>
              <a:gd name="csX12" fmla="*/ 0 w 1808922"/>
              <a:gd name="csY12" fmla="*/ 1162878 h 2146852"/>
              <a:gd name="csX13" fmla="*/ 208722 w 1808922"/>
              <a:gd name="csY13" fmla="*/ 0 h 2146852"/>
              <a:gd name="csX0" fmla="*/ 1949755 w 1949755"/>
              <a:gd name="csY0" fmla="*/ 208722 h 2027583"/>
              <a:gd name="csX1" fmla="*/ 1750972 w 1949755"/>
              <a:gd name="csY1" fmla="*/ 0 h 2027583"/>
              <a:gd name="csX2" fmla="*/ 1651581 w 1949755"/>
              <a:gd name="csY2" fmla="*/ 99391 h 2027583"/>
              <a:gd name="csX3" fmla="*/ 1512433 w 1949755"/>
              <a:gd name="csY3" fmla="*/ 109331 h 2027583"/>
              <a:gd name="csX4" fmla="*/ 1303712 w 1949755"/>
              <a:gd name="csY4" fmla="*/ 109331 h 2027583"/>
              <a:gd name="csX5" fmla="*/ 1194381 w 1949755"/>
              <a:gd name="csY5" fmla="*/ 258418 h 2027583"/>
              <a:gd name="csX6" fmla="*/ 1104929 w 1949755"/>
              <a:gd name="csY6" fmla="*/ 417444 h 2027583"/>
              <a:gd name="csX7" fmla="*/ 1114868 w 1949755"/>
              <a:gd name="csY7" fmla="*/ 596348 h 2027583"/>
              <a:gd name="csX8" fmla="*/ 1154625 w 1949755"/>
              <a:gd name="csY8" fmla="*/ 685800 h 2027583"/>
              <a:gd name="csX9" fmla="*/ 1094990 w 1949755"/>
              <a:gd name="csY9" fmla="*/ 1043609 h 2027583"/>
              <a:gd name="csX10" fmla="*/ 1413042 w 1949755"/>
              <a:gd name="csY10" fmla="*/ 1451113 h 2027583"/>
              <a:gd name="csX11" fmla="*/ 806755 w 1949755"/>
              <a:gd name="csY11" fmla="*/ 2027583 h 2027583"/>
              <a:gd name="csX12" fmla="*/ 140833 w 1949755"/>
              <a:gd name="csY12" fmla="*/ 1043609 h 2027583"/>
              <a:gd name="csX13" fmla="*/ 11625 w 1949755"/>
              <a:gd name="csY13" fmla="*/ 1540566 h 2027583"/>
              <a:gd name="csX0" fmla="*/ 2007703 w 2007703"/>
              <a:gd name="csY0" fmla="*/ 208722 h 2027583"/>
              <a:gd name="csX1" fmla="*/ 1808920 w 2007703"/>
              <a:gd name="csY1" fmla="*/ 0 h 2027583"/>
              <a:gd name="csX2" fmla="*/ 1709529 w 2007703"/>
              <a:gd name="csY2" fmla="*/ 99391 h 2027583"/>
              <a:gd name="csX3" fmla="*/ 1570381 w 2007703"/>
              <a:gd name="csY3" fmla="*/ 109331 h 2027583"/>
              <a:gd name="csX4" fmla="*/ 1361660 w 2007703"/>
              <a:gd name="csY4" fmla="*/ 109331 h 2027583"/>
              <a:gd name="csX5" fmla="*/ 1252329 w 2007703"/>
              <a:gd name="csY5" fmla="*/ 258418 h 2027583"/>
              <a:gd name="csX6" fmla="*/ 1162877 w 2007703"/>
              <a:gd name="csY6" fmla="*/ 417444 h 2027583"/>
              <a:gd name="csX7" fmla="*/ 1172816 w 2007703"/>
              <a:gd name="csY7" fmla="*/ 596348 h 2027583"/>
              <a:gd name="csX8" fmla="*/ 1212573 w 2007703"/>
              <a:gd name="csY8" fmla="*/ 685800 h 2027583"/>
              <a:gd name="csX9" fmla="*/ 1152938 w 2007703"/>
              <a:gd name="csY9" fmla="*/ 1043609 h 2027583"/>
              <a:gd name="csX10" fmla="*/ 1470990 w 2007703"/>
              <a:gd name="csY10" fmla="*/ 1451113 h 2027583"/>
              <a:gd name="csX11" fmla="*/ 864703 w 2007703"/>
              <a:gd name="csY11" fmla="*/ 2027583 h 2027583"/>
              <a:gd name="csX12" fmla="*/ 198781 w 2007703"/>
              <a:gd name="csY12" fmla="*/ 1043609 h 2027583"/>
              <a:gd name="csX13" fmla="*/ 69573 w 2007703"/>
              <a:gd name="csY13" fmla="*/ 1540566 h 2027583"/>
              <a:gd name="csX14" fmla="*/ 0 w 2007703"/>
              <a:gd name="csY14" fmla="*/ 1918252 h 2027583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898373 w 3041373"/>
              <a:gd name="csY11" fmla="*/ 2027583 h 2574235"/>
              <a:gd name="csX12" fmla="*/ 1232451 w 3041373"/>
              <a:gd name="csY12" fmla="*/ 1043609 h 2574235"/>
              <a:gd name="csX13" fmla="*/ 1103243 w 3041373"/>
              <a:gd name="csY13" fmla="*/ 1540566 h 2574235"/>
              <a:gd name="csX14" fmla="*/ 0 w 3041373"/>
              <a:gd name="csY14" fmla="*/ 2574235 h 2574235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898373 w 3041373"/>
              <a:gd name="csY11" fmla="*/ 2027583 h 2574235"/>
              <a:gd name="csX12" fmla="*/ 1232451 w 3041373"/>
              <a:gd name="csY12" fmla="*/ 1043609 h 2574235"/>
              <a:gd name="csX13" fmla="*/ 1043608 w 3041373"/>
              <a:gd name="csY13" fmla="*/ 1977888 h 2574235"/>
              <a:gd name="csX14" fmla="*/ 0 w 3041373"/>
              <a:gd name="csY14" fmla="*/ 2574235 h 2574235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898373 w 3041373"/>
              <a:gd name="csY11" fmla="*/ 2027583 h 2574235"/>
              <a:gd name="csX12" fmla="*/ 1242390 w 3041373"/>
              <a:gd name="csY12" fmla="*/ 944218 h 2574235"/>
              <a:gd name="csX13" fmla="*/ 1043608 w 3041373"/>
              <a:gd name="csY13" fmla="*/ 1977888 h 2574235"/>
              <a:gd name="csX14" fmla="*/ 0 w 3041373"/>
              <a:gd name="csY14" fmla="*/ 2574235 h 2574235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958008 w 3041373"/>
              <a:gd name="csY11" fmla="*/ 2027583 h 2574235"/>
              <a:gd name="csX12" fmla="*/ 1242390 w 3041373"/>
              <a:gd name="csY12" fmla="*/ 944218 h 2574235"/>
              <a:gd name="csX13" fmla="*/ 1043608 w 3041373"/>
              <a:gd name="csY13" fmla="*/ 1977888 h 2574235"/>
              <a:gd name="csX14" fmla="*/ 0 w 3041373"/>
              <a:gd name="csY14" fmla="*/ 2574235 h 2574235"/>
              <a:gd name="csX0" fmla="*/ 2007260 w 2007260"/>
              <a:gd name="csY0" fmla="*/ 208722 h 2032698"/>
              <a:gd name="csX1" fmla="*/ 1808477 w 2007260"/>
              <a:gd name="csY1" fmla="*/ 0 h 2032698"/>
              <a:gd name="csX2" fmla="*/ 1709086 w 2007260"/>
              <a:gd name="csY2" fmla="*/ 99391 h 2032698"/>
              <a:gd name="csX3" fmla="*/ 1569938 w 2007260"/>
              <a:gd name="csY3" fmla="*/ 109331 h 2032698"/>
              <a:gd name="csX4" fmla="*/ 1361217 w 2007260"/>
              <a:gd name="csY4" fmla="*/ 109331 h 2032698"/>
              <a:gd name="csX5" fmla="*/ 1251886 w 2007260"/>
              <a:gd name="csY5" fmla="*/ 258418 h 2032698"/>
              <a:gd name="csX6" fmla="*/ 1162434 w 2007260"/>
              <a:gd name="csY6" fmla="*/ 417444 h 2032698"/>
              <a:gd name="csX7" fmla="*/ 1172373 w 2007260"/>
              <a:gd name="csY7" fmla="*/ 596348 h 2032698"/>
              <a:gd name="csX8" fmla="*/ 1212130 w 2007260"/>
              <a:gd name="csY8" fmla="*/ 685800 h 2032698"/>
              <a:gd name="csX9" fmla="*/ 1152495 w 2007260"/>
              <a:gd name="csY9" fmla="*/ 1043609 h 2032698"/>
              <a:gd name="csX10" fmla="*/ 1470547 w 2007260"/>
              <a:gd name="csY10" fmla="*/ 1451113 h 2032698"/>
              <a:gd name="csX11" fmla="*/ 923895 w 2007260"/>
              <a:gd name="csY11" fmla="*/ 2027583 h 2032698"/>
              <a:gd name="csX12" fmla="*/ 208277 w 2007260"/>
              <a:gd name="csY12" fmla="*/ 944218 h 2032698"/>
              <a:gd name="csX13" fmla="*/ 9495 w 2007260"/>
              <a:gd name="csY13" fmla="*/ 1977888 h 2032698"/>
              <a:gd name="csX0" fmla="*/ 2012489 w 2012489"/>
              <a:gd name="csY0" fmla="*/ 208722 h 2060413"/>
              <a:gd name="csX1" fmla="*/ 1813706 w 2012489"/>
              <a:gd name="csY1" fmla="*/ 0 h 2060413"/>
              <a:gd name="csX2" fmla="*/ 1714315 w 2012489"/>
              <a:gd name="csY2" fmla="*/ 99391 h 2060413"/>
              <a:gd name="csX3" fmla="*/ 1575167 w 2012489"/>
              <a:gd name="csY3" fmla="*/ 109331 h 2060413"/>
              <a:gd name="csX4" fmla="*/ 1366446 w 2012489"/>
              <a:gd name="csY4" fmla="*/ 109331 h 2060413"/>
              <a:gd name="csX5" fmla="*/ 1257115 w 2012489"/>
              <a:gd name="csY5" fmla="*/ 258418 h 2060413"/>
              <a:gd name="csX6" fmla="*/ 1167663 w 2012489"/>
              <a:gd name="csY6" fmla="*/ 417444 h 2060413"/>
              <a:gd name="csX7" fmla="*/ 1177602 w 2012489"/>
              <a:gd name="csY7" fmla="*/ 596348 h 2060413"/>
              <a:gd name="csX8" fmla="*/ 1217359 w 2012489"/>
              <a:gd name="csY8" fmla="*/ 685800 h 2060413"/>
              <a:gd name="csX9" fmla="*/ 1157724 w 2012489"/>
              <a:gd name="csY9" fmla="*/ 1043609 h 2060413"/>
              <a:gd name="csX10" fmla="*/ 1475776 w 2012489"/>
              <a:gd name="csY10" fmla="*/ 1451113 h 2060413"/>
              <a:gd name="csX11" fmla="*/ 929124 w 2012489"/>
              <a:gd name="csY11" fmla="*/ 2027583 h 2060413"/>
              <a:gd name="csX12" fmla="*/ 213506 w 2012489"/>
              <a:gd name="csY12" fmla="*/ 944218 h 2060413"/>
              <a:gd name="csX13" fmla="*/ 14724 w 2012489"/>
              <a:gd name="csY13" fmla="*/ 1977888 h 2060413"/>
              <a:gd name="csX14" fmla="*/ 14724 w 2012489"/>
              <a:gd name="csY14" fmla="*/ 1997765 h 2060413"/>
              <a:gd name="csX0" fmla="*/ 2226365 w 2226365"/>
              <a:gd name="csY0" fmla="*/ 208722 h 2246243"/>
              <a:gd name="csX1" fmla="*/ 2027582 w 2226365"/>
              <a:gd name="csY1" fmla="*/ 0 h 2246243"/>
              <a:gd name="csX2" fmla="*/ 1928191 w 2226365"/>
              <a:gd name="csY2" fmla="*/ 99391 h 2246243"/>
              <a:gd name="csX3" fmla="*/ 1789043 w 2226365"/>
              <a:gd name="csY3" fmla="*/ 109331 h 2246243"/>
              <a:gd name="csX4" fmla="*/ 1580322 w 2226365"/>
              <a:gd name="csY4" fmla="*/ 109331 h 2246243"/>
              <a:gd name="csX5" fmla="*/ 1470991 w 2226365"/>
              <a:gd name="csY5" fmla="*/ 258418 h 2246243"/>
              <a:gd name="csX6" fmla="*/ 1381539 w 2226365"/>
              <a:gd name="csY6" fmla="*/ 417444 h 2246243"/>
              <a:gd name="csX7" fmla="*/ 1391478 w 2226365"/>
              <a:gd name="csY7" fmla="*/ 596348 h 2246243"/>
              <a:gd name="csX8" fmla="*/ 1431235 w 2226365"/>
              <a:gd name="csY8" fmla="*/ 685800 h 2246243"/>
              <a:gd name="csX9" fmla="*/ 1371600 w 2226365"/>
              <a:gd name="csY9" fmla="*/ 1043609 h 2246243"/>
              <a:gd name="csX10" fmla="*/ 1689652 w 2226365"/>
              <a:gd name="csY10" fmla="*/ 1451113 h 2246243"/>
              <a:gd name="csX11" fmla="*/ 1143000 w 2226365"/>
              <a:gd name="csY11" fmla="*/ 2027583 h 2246243"/>
              <a:gd name="csX12" fmla="*/ 427382 w 2226365"/>
              <a:gd name="csY12" fmla="*/ 944218 h 2246243"/>
              <a:gd name="csX13" fmla="*/ 228600 w 2226365"/>
              <a:gd name="csY13" fmla="*/ 1977888 h 2246243"/>
              <a:gd name="csX14" fmla="*/ 0 w 2226365"/>
              <a:gd name="csY14" fmla="*/ 2246243 h 2246243"/>
              <a:gd name="csX0" fmla="*/ 3210339 w 3210339"/>
              <a:gd name="csY0" fmla="*/ 208722 h 2584174"/>
              <a:gd name="csX1" fmla="*/ 3011556 w 3210339"/>
              <a:gd name="csY1" fmla="*/ 0 h 2584174"/>
              <a:gd name="csX2" fmla="*/ 2912165 w 3210339"/>
              <a:gd name="csY2" fmla="*/ 99391 h 2584174"/>
              <a:gd name="csX3" fmla="*/ 2773017 w 3210339"/>
              <a:gd name="csY3" fmla="*/ 109331 h 2584174"/>
              <a:gd name="csX4" fmla="*/ 2564296 w 3210339"/>
              <a:gd name="csY4" fmla="*/ 109331 h 2584174"/>
              <a:gd name="csX5" fmla="*/ 2454965 w 3210339"/>
              <a:gd name="csY5" fmla="*/ 258418 h 2584174"/>
              <a:gd name="csX6" fmla="*/ 2365513 w 3210339"/>
              <a:gd name="csY6" fmla="*/ 417444 h 2584174"/>
              <a:gd name="csX7" fmla="*/ 2375452 w 3210339"/>
              <a:gd name="csY7" fmla="*/ 596348 h 2584174"/>
              <a:gd name="csX8" fmla="*/ 2415209 w 3210339"/>
              <a:gd name="csY8" fmla="*/ 685800 h 2584174"/>
              <a:gd name="csX9" fmla="*/ 2355574 w 3210339"/>
              <a:gd name="csY9" fmla="*/ 1043609 h 2584174"/>
              <a:gd name="csX10" fmla="*/ 2673626 w 3210339"/>
              <a:gd name="csY10" fmla="*/ 1451113 h 2584174"/>
              <a:gd name="csX11" fmla="*/ 2126974 w 3210339"/>
              <a:gd name="csY11" fmla="*/ 2027583 h 2584174"/>
              <a:gd name="csX12" fmla="*/ 1411356 w 3210339"/>
              <a:gd name="csY12" fmla="*/ 944218 h 2584174"/>
              <a:gd name="csX13" fmla="*/ 1212574 w 3210339"/>
              <a:gd name="csY13" fmla="*/ 1977888 h 2584174"/>
              <a:gd name="csX14" fmla="*/ 0 w 3210339"/>
              <a:gd name="csY14" fmla="*/ 2584174 h 2584174"/>
              <a:gd name="csX0" fmla="*/ 3297356 w 3297356"/>
              <a:gd name="csY0" fmla="*/ 208722 h 2629083"/>
              <a:gd name="csX1" fmla="*/ 3098573 w 3297356"/>
              <a:gd name="csY1" fmla="*/ 0 h 2629083"/>
              <a:gd name="csX2" fmla="*/ 2999182 w 3297356"/>
              <a:gd name="csY2" fmla="*/ 99391 h 2629083"/>
              <a:gd name="csX3" fmla="*/ 2860034 w 3297356"/>
              <a:gd name="csY3" fmla="*/ 109331 h 2629083"/>
              <a:gd name="csX4" fmla="*/ 2651313 w 3297356"/>
              <a:gd name="csY4" fmla="*/ 109331 h 2629083"/>
              <a:gd name="csX5" fmla="*/ 2541982 w 3297356"/>
              <a:gd name="csY5" fmla="*/ 258418 h 2629083"/>
              <a:gd name="csX6" fmla="*/ 2452530 w 3297356"/>
              <a:gd name="csY6" fmla="*/ 417444 h 2629083"/>
              <a:gd name="csX7" fmla="*/ 2462469 w 3297356"/>
              <a:gd name="csY7" fmla="*/ 596348 h 2629083"/>
              <a:gd name="csX8" fmla="*/ 2502226 w 3297356"/>
              <a:gd name="csY8" fmla="*/ 685800 h 2629083"/>
              <a:gd name="csX9" fmla="*/ 2442591 w 3297356"/>
              <a:gd name="csY9" fmla="*/ 1043609 h 2629083"/>
              <a:gd name="csX10" fmla="*/ 2760643 w 3297356"/>
              <a:gd name="csY10" fmla="*/ 1451113 h 2629083"/>
              <a:gd name="csX11" fmla="*/ 2213991 w 3297356"/>
              <a:gd name="csY11" fmla="*/ 2027583 h 2629083"/>
              <a:gd name="csX12" fmla="*/ 1498373 w 3297356"/>
              <a:gd name="csY12" fmla="*/ 944218 h 2629083"/>
              <a:gd name="csX13" fmla="*/ 1299591 w 3297356"/>
              <a:gd name="csY13" fmla="*/ 1977888 h 2629083"/>
              <a:gd name="csX14" fmla="*/ 87017 w 3297356"/>
              <a:gd name="csY14" fmla="*/ 2584174 h 2629083"/>
              <a:gd name="csX15" fmla="*/ 96957 w 3297356"/>
              <a:gd name="csY15" fmla="*/ 2584173 h 2629083"/>
              <a:gd name="csX0" fmla="*/ 4303646 w 4303646"/>
              <a:gd name="csY0" fmla="*/ 208722 h 2822712"/>
              <a:gd name="csX1" fmla="*/ 4104863 w 4303646"/>
              <a:gd name="csY1" fmla="*/ 0 h 2822712"/>
              <a:gd name="csX2" fmla="*/ 4005472 w 4303646"/>
              <a:gd name="csY2" fmla="*/ 99391 h 2822712"/>
              <a:gd name="csX3" fmla="*/ 3866324 w 4303646"/>
              <a:gd name="csY3" fmla="*/ 109331 h 2822712"/>
              <a:gd name="csX4" fmla="*/ 3657603 w 4303646"/>
              <a:gd name="csY4" fmla="*/ 109331 h 2822712"/>
              <a:gd name="csX5" fmla="*/ 3548272 w 4303646"/>
              <a:gd name="csY5" fmla="*/ 258418 h 2822712"/>
              <a:gd name="csX6" fmla="*/ 3458820 w 4303646"/>
              <a:gd name="csY6" fmla="*/ 417444 h 2822712"/>
              <a:gd name="csX7" fmla="*/ 3468759 w 4303646"/>
              <a:gd name="csY7" fmla="*/ 596348 h 2822712"/>
              <a:gd name="csX8" fmla="*/ 3508516 w 4303646"/>
              <a:gd name="csY8" fmla="*/ 685800 h 2822712"/>
              <a:gd name="csX9" fmla="*/ 3448881 w 4303646"/>
              <a:gd name="csY9" fmla="*/ 1043609 h 2822712"/>
              <a:gd name="csX10" fmla="*/ 3766933 w 4303646"/>
              <a:gd name="csY10" fmla="*/ 1451113 h 2822712"/>
              <a:gd name="csX11" fmla="*/ 3220281 w 4303646"/>
              <a:gd name="csY11" fmla="*/ 2027583 h 2822712"/>
              <a:gd name="csX12" fmla="*/ 2504663 w 4303646"/>
              <a:gd name="csY12" fmla="*/ 944218 h 2822712"/>
              <a:gd name="csX13" fmla="*/ 2305881 w 4303646"/>
              <a:gd name="csY13" fmla="*/ 1977888 h 2822712"/>
              <a:gd name="csX14" fmla="*/ 1093307 w 4303646"/>
              <a:gd name="csY14" fmla="*/ 2584174 h 2822712"/>
              <a:gd name="csX15" fmla="*/ 3 w 4303646"/>
              <a:gd name="csY15" fmla="*/ 2822712 h 2822712"/>
              <a:gd name="csX0" fmla="*/ 4390572 w 4390572"/>
              <a:gd name="csY0" fmla="*/ 208722 h 2835568"/>
              <a:gd name="csX1" fmla="*/ 4191789 w 4390572"/>
              <a:gd name="csY1" fmla="*/ 0 h 2835568"/>
              <a:gd name="csX2" fmla="*/ 4092398 w 4390572"/>
              <a:gd name="csY2" fmla="*/ 99391 h 2835568"/>
              <a:gd name="csX3" fmla="*/ 3953250 w 4390572"/>
              <a:gd name="csY3" fmla="*/ 109331 h 2835568"/>
              <a:gd name="csX4" fmla="*/ 3744529 w 4390572"/>
              <a:gd name="csY4" fmla="*/ 109331 h 2835568"/>
              <a:gd name="csX5" fmla="*/ 3635198 w 4390572"/>
              <a:gd name="csY5" fmla="*/ 258418 h 2835568"/>
              <a:gd name="csX6" fmla="*/ 3545746 w 4390572"/>
              <a:gd name="csY6" fmla="*/ 417444 h 2835568"/>
              <a:gd name="csX7" fmla="*/ 3555685 w 4390572"/>
              <a:gd name="csY7" fmla="*/ 596348 h 2835568"/>
              <a:gd name="csX8" fmla="*/ 3595442 w 4390572"/>
              <a:gd name="csY8" fmla="*/ 685800 h 2835568"/>
              <a:gd name="csX9" fmla="*/ 3535807 w 4390572"/>
              <a:gd name="csY9" fmla="*/ 1043609 h 2835568"/>
              <a:gd name="csX10" fmla="*/ 3853859 w 4390572"/>
              <a:gd name="csY10" fmla="*/ 1451113 h 2835568"/>
              <a:gd name="csX11" fmla="*/ 3307207 w 4390572"/>
              <a:gd name="csY11" fmla="*/ 2027583 h 2835568"/>
              <a:gd name="csX12" fmla="*/ 2591589 w 4390572"/>
              <a:gd name="csY12" fmla="*/ 944218 h 2835568"/>
              <a:gd name="csX13" fmla="*/ 2392807 w 4390572"/>
              <a:gd name="csY13" fmla="*/ 1977888 h 2835568"/>
              <a:gd name="csX14" fmla="*/ 1180233 w 4390572"/>
              <a:gd name="csY14" fmla="*/ 2584174 h 2835568"/>
              <a:gd name="csX15" fmla="*/ 86929 w 4390572"/>
              <a:gd name="csY15" fmla="*/ 2822712 h 2835568"/>
              <a:gd name="csX16" fmla="*/ 67051 w 4390572"/>
              <a:gd name="csY16" fmla="*/ 2802833 h 2835568"/>
              <a:gd name="csX0" fmla="*/ 4522304 w 4522304"/>
              <a:gd name="csY0" fmla="*/ 208722 h 3299817"/>
              <a:gd name="csX1" fmla="*/ 4323521 w 4522304"/>
              <a:gd name="csY1" fmla="*/ 0 h 3299817"/>
              <a:gd name="csX2" fmla="*/ 4224130 w 4522304"/>
              <a:gd name="csY2" fmla="*/ 99391 h 3299817"/>
              <a:gd name="csX3" fmla="*/ 4084982 w 4522304"/>
              <a:gd name="csY3" fmla="*/ 109331 h 3299817"/>
              <a:gd name="csX4" fmla="*/ 3876261 w 4522304"/>
              <a:gd name="csY4" fmla="*/ 109331 h 3299817"/>
              <a:gd name="csX5" fmla="*/ 3766930 w 4522304"/>
              <a:gd name="csY5" fmla="*/ 258418 h 3299817"/>
              <a:gd name="csX6" fmla="*/ 3677478 w 4522304"/>
              <a:gd name="csY6" fmla="*/ 417444 h 3299817"/>
              <a:gd name="csX7" fmla="*/ 3687417 w 4522304"/>
              <a:gd name="csY7" fmla="*/ 596348 h 3299817"/>
              <a:gd name="csX8" fmla="*/ 3727174 w 4522304"/>
              <a:gd name="csY8" fmla="*/ 685800 h 3299817"/>
              <a:gd name="csX9" fmla="*/ 3667539 w 4522304"/>
              <a:gd name="csY9" fmla="*/ 1043609 h 3299817"/>
              <a:gd name="csX10" fmla="*/ 3985591 w 4522304"/>
              <a:gd name="csY10" fmla="*/ 1451113 h 3299817"/>
              <a:gd name="csX11" fmla="*/ 3438939 w 4522304"/>
              <a:gd name="csY11" fmla="*/ 2027583 h 3299817"/>
              <a:gd name="csX12" fmla="*/ 2723321 w 4522304"/>
              <a:gd name="csY12" fmla="*/ 944218 h 3299817"/>
              <a:gd name="csX13" fmla="*/ 2524539 w 4522304"/>
              <a:gd name="csY13" fmla="*/ 1977888 h 3299817"/>
              <a:gd name="csX14" fmla="*/ 1311965 w 4522304"/>
              <a:gd name="csY14" fmla="*/ 2584174 h 3299817"/>
              <a:gd name="csX15" fmla="*/ 218661 w 4522304"/>
              <a:gd name="csY15" fmla="*/ 2822712 h 3299817"/>
              <a:gd name="csX16" fmla="*/ 0 w 4522304"/>
              <a:gd name="csY16" fmla="*/ 3299789 h 32998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22304" h="3299817">
                <a:moveTo>
                  <a:pt x="4522304" y="208722"/>
                </a:moveTo>
                <a:lnTo>
                  <a:pt x="4323521" y="0"/>
                </a:lnTo>
                <a:lnTo>
                  <a:pt x="4224130" y="99391"/>
                </a:lnTo>
                <a:lnTo>
                  <a:pt x="4084982" y="109331"/>
                </a:lnTo>
                <a:lnTo>
                  <a:pt x="3876261" y="109331"/>
                </a:lnTo>
                <a:lnTo>
                  <a:pt x="3766930" y="258418"/>
                </a:lnTo>
                <a:lnTo>
                  <a:pt x="3677478" y="417444"/>
                </a:lnTo>
                <a:lnTo>
                  <a:pt x="3687417" y="596348"/>
                </a:lnTo>
                <a:lnTo>
                  <a:pt x="3727174" y="685800"/>
                </a:lnTo>
                <a:lnTo>
                  <a:pt x="3667539" y="1043609"/>
                </a:lnTo>
                <a:lnTo>
                  <a:pt x="3985591" y="1451113"/>
                </a:lnTo>
                <a:lnTo>
                  <a:pt x="3438939" y="2027583"/>
                </a:lnTo>
                <a:lnTo>
                  <a:pt x="2723321" y="944218"/>
                </a:lnTo>
                <a:cubicBezTo>
                  <a:pt x="2792895" y="556592"/>
                  <a:pt x="2454965" y="2365514"/>
                  <a:pt x="2524539" y="1977888"/>
                </a:cubicBezTo>
                <a:cubicBezTo>
                  <a:pt x="2491409" y="2153479"/>
                  <a:pt x="1311965" y="2580033"/>
                  <a:pt x="1311965" y="2584174"/>
                </a:cubicBezTo>
                <a:cubicBezTo>
                  <a:pt x="1111526" y="2685221"/>
                  <a:pt x="216590" y="2822712"/>
                  <a:pt x="218661" y="2822712"/>
                </a:cubicBezTo>
                <a:cubicBezTo>
                  <a:pt x="33131" y="2859155"/>
                  <a:pt x="4141" y="3303930"/>
                  <a:pt x="0" y="3299789"/>
                </a:cubicBezTo>
              </a:path>
            </a:pathLst>
          </a:custGeom>
          <a:noFill/>
          <a:ln w="38100">
            <a:solidFill>
              <a:srgbClr val="00B0F0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D583F3-A2FA-2A78-876A-054D0A951287}"/>
              </a:ext>
            </a:extLst>
          </p:cNvPr>
          <p:cNvSpPr/>
          <p:nvPr/>
        </p:nvSpPr>
        <p:spPr>
          <a:xfrm>
            <a:off x="1939467" y="3354677"/>
            <a:ext cx="1101124" cy="298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End- 7:30</a:t>
            </a:r>
            <a:endParaRPr lang="en-IN" sz="1200" b="1" dirty="0">
              <a:solidFill>
                <a:srgbClr val="C00000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7A2A294-9928-1BA3-19E7-099B0312F113}"/>
              </a:ext>
            </a:extLst>
          </p:cNvPr>
          <p:cNvSpPr/>
          <p:nvPr/>
        </p:nvSpPr>
        <p:spPr>
          <a:xfrm>
            <a:off x="2484782" y="1613561"/>
            <a:ext cx="2932043" cy="2431714"/>
          </a:xfrm>
          <a:custGeom>
            <a:avLst/>
            <a:gdLst>
              <a:gd name="csX0" fmla="*/ 1808922 w 1808922"/>
              <a:gd name="csY0" fmla="*/ 327991 h 2146852"/>
              <a:gd name="csX1" fmla="*/ 1610139 w 1808922"/>
              <a:gd name="csY1" fmla="*/ 119269 h 2146852"/>
              <a:gd name="csX2" fmla="*/ 1510748 w 1808922"/>
              <a:gd name="csY2" fmla="*/ 218660 h 2146852"/>
              <a:gd name="csX3" fmla="*/ 1371600 w 1808922"/>
              <a:gd name="csY3" fmla="*/ 228600 h 2146852"/>
              <a:gd name="csX4" fmla="*/ 1162879 w 1808922"/>
              <a:gd name="csY4" fmla="*/ 228600 h 2146852"/>
              <a:gd name="csX5" fmla="*/ 1053548 w 1808922"/>
              <a:gd name="csY5" fmla="*/ 377687 h 2146852"/>
              <a:gd name="csX6" fmla="*/ 964096 w 1808922"/>
              <a:gd name="csY6" fmla="*/ 536713 h 2146852"/>
              <a:gd name="csX7" fmla="*/ 974035 w 1808922"/>
              <a:gd name="csY7" fmla="*/ 715617 h 2146852"/>
              <a:gd name="csX8" fmla="*/ 1013792 w 1808922"/>
              <a:gd name="csY8" fmla="*/ 805069 h 2146852"/>
              <a:gd name="csX9" fmla="*/ 954157 w 1808922"/>
              <a:gd name="csY9" fmla="*/ 1162878 h 2146852"/>
              <a:gd name="csX10" fmla="*/ 1272209 w 1808922"/>
              <a:gd name="csY10" fmla="*/ 1570382 h 2146852"/>
              <a:gd name="csX11" fmla="*/ 665922 w 1808922"/>
              <a:gd name="csY11" fmla="*/ 2146852 h 2146852"/>
              <a:gd name="csX12" fmla="*/ 0 w 1808922"/>
              <a:gd name="csY12" fmla="*/ 1162878 h 2146852"/>
              <a:gd name="csX13" fmla="*/ 208722 w 1808922"/>
              <a:gd name="csY13" fmla="*/ 0 h 2146852"/>
              <a:gd name="csX0" fmla="*/ 1949755 w 1949755"/>
              <a:gd name="csY0" fmla="*/ 208722 h 2027583"/>
              <a:gd name="csX1" fmla="*/ 1750972 w 1949755"/>
              <a:gd name="csY1" fmla="*/ 0 h 2027583"/>
              <a:gd name="csX2" fmla="*/ 1651581 w 1949755"/>
              <a:gd name="csY2" fmla="*/ 99391 h 2027583"/>
              <a:gd name="csX3" fmla="*/ 1512433 w 1949755"/>
              <a:gd name="csY3" fmla="*/ 109331 h 2027583"/>
              <a:gd name="csX4" fmla="*/ 1303712 w 1949755"/>
              <a:gd name="csY4" fmla="*/ 109331 h 2027583"/>
              <a:gd name="csX5" fmla="*/ 1194381 w 1949755"/>
              <a:gd name="csY5" fmla="*/ 258418 h 2027583"/>
              <a:gd name="csX6" fmla="*/ 1104929 w 1949755"/>
              <a:gd name="csY6" fmla="*/ 417444 h 2027583"/>
              <a:gd name="csX7" fmla="*/ 1114868 w 1949755"/>
              <a:gd name="csY7" fmla="*/ 596348 h 2027583"/>
              <a:gd name="csX8" fmla="*/ 1154625 w 1949755"/>
              <a:gd name="csY8" fmla="*/ 685800 h 2027583"/>
              <a:gd name="csX9" fmla="*/ 1094990 w 1949755"/>
              <a:gd name="csY9" fmla="*/ 1043609 h 2027583"/>
              <a:gd name="csX10" fmla="*/ 1413042 w 1949755"/>
              <a:gd name="csY10" fmla="*/ 1451113 h 2027583"/>
              <a:gd name="csX11" fmla="*/ 806755 w 1949755"/>
              <a:gd name="csY11" fmla="*/ 2027583 h 2027583"/>
              <a:gd name="csX12" fmla="*/ 140833 w 1949755"/>
              <a:gd name="csY12" fmla="*/ 1043609 h 2027583"/>
              <a:gd name="csX13" fmla="*/ 11625 w 1949755"/>
              <a:gd name="csY13" fmla="*/ 1540566 h 2027583"/>
              <a:gd name="csX0" fmla="*/ 2007703 w 2007703"/>
              <a:gd name="csY0" fmla="*/ 208722 h 2027583"/>
              <a:gd name="csX1" fmla="*/ 1808920 w 2007703"/>
              <a:gd name="csY1" fmla="*/ 0 h 2027583"/>
              <a:gd name="csX2" fmla="*/ 1709529 w 2007703"/>
              <a:gd name="csY2" fmla="*/ 99391 h 2027583"/>
              <a:gd name="csX3" fmla="*/ 1570381 w 2007703"/>
              <a:gd name="csY3" fmla="*/ 109331 h 2027583"/>
              <a:gd name="csX4" fmla="*/ 1361660 w 2007703"/>
              <a:gd name="csY4" fmla="*/ 109331 h 2027583"/>
              <a:gd name="csX5" fmla="*/ 1252329 w 2007703"/>
              <a:gd name="csY5" fmla="*/ 258418 h 2027583"/>
              <a:gd name="csX6" fmla="*/ 1162877 w 2007703"/>
              <a:gd name="csY6" fmla="*/ 417444 h 2027583"/>
              <a:gd name="csX7" fmla="*/ 1172816 w 2007703"/>
              <a:gd name="csY7" fmla="*/ 596348 h 2027583"/>
              <a:gd name="csX8" fmla="*/ 1212573 w 2007703"/>
              <a:gd name="csY8" fmla="*/ 685800 h 2027583"/>
              <a:gd name="csX9" fmla="*/ 1152938 w 2007703"/>
              <a:gd name="csY9" fmla="*/ 1043609 h 2027583"/>
              <a:gd name="csX10" fmla="*/ 1470990 w 2007703"/>
              <a:gd name="csY10" fmla="*/ 1451113 h 2027583"/>
              <a:gd name="csX11" fmla="*/ 864703 w 2007703"/>
              <a:gd name="csY11" fmla="*/ 2027583 h 2027583"/>
              <a:gd name="csX12" fmla="*/ 198781 w 2007703"/>
              <a:gd name="csY12" fmla="*/ 1043609 h 2027583"/>
              <a:gd name="csX13" fmla="*/ 69573 w 2007703"/>
              <a:gd name="csY13" fmla="*/ 1540566 h 2027583"/>
              <a:gd name="csX14" fmla="*/ 0 w 2007703"/>
              <a:gd name="csY14" fmla="*/ 1918252 h 2027583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898373 w 3041373"/>
              <a:gd name="csY11" fmla="*/ 2027583 h 2574235"/>
              <a:gd name="csX12" fmla="*/ 1232451 w 3041373"/>
              <a:gd name="csY12" fmla="*/ 1043609 h 2574235"/>
              <a:gd name="csX13" fmla="*/ 1103243 w 3041373"/>
              <a:gd name="csY13" fmla="*/ 1540566 h 2574235"/>
              <a:gd name="csX14" fmla="*/ 0 w 3041373"/>
              <a:gd name="csY14" fmla="*/ 2574235 h 2574235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898373 w 3041373"/>
              <a:gd name="csY11" fmla="*/ 2027583 h 2574235"/>
              <a:gd name="csX12" fmla="*/ 1232451 w 3041373"/>
              <a:gd name="csY12" fmla="*/ 1043609 h 2574235"/>
              <a:gd name="csX13" fmla="*/ 1043608 w 3041373"/>
              <a:gd name="csY13" fmla="*/ 1977888 h 2574235"/>
              <a:gd name="csX14" fmla="*/ 0 w 3041373"/>
              <a:gd name="csY14" fmla="*/ 2574235 h 2574235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898373 w 3041373"/>
              <a:gd name="csY11" fmla="*/ 2027583 h 2574235"/>
              <a:gd name="csX12" fmla="*/ 1242390 w 3041373"/>
              <a:gd name="csY12" fmla="*/ 944218 h 2574235"/>
              <a:gd name="csX13" fmla="*/ 1043608 w 3041373"/>
              <a:gd name="csY13" fmla="*/ 1977888 h 2574235"/>
              <a:gd name="csX14" fmla="*/ 0 w 3041373"/>
              <a:gd name="csY14" fmla="*/ 2574235 h 2574235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958008 w 3041373"/>
              <a:gd name="csY11" fmla="*/ 2027583 h 2574235"/>
              <a:gd name="csX12" fmla="*/ 1242390 w 3041373"/>
              <a:gd name="csY12" fmla="*/ 944218 h 2574235"/>
              <a:gd name="csX13" fmla="*/ 1043608 w 3041373"/>
              <a:gd name="csY13" fmla="*/ 1977888 h 2574235"/>
              <a:gd name="csX14" fmla="*/ 0 w 3041373"/>
              <a:gd name="csY14" fmla="*/ 2574235 h 2574235"/>
              <a:gd name="csX0" fmla="*/ 2007260 w 2007260"/>
              <a:gd name="csY0" fmla="*/ 208722 h 2032698"/>
              <a:gd name="csX1" fmla="*/ 1808477 w 2007260"/>
              <a:gd name="csY1" fmla="*/ 0 h 2032698"/>
              <a:gd name="csX2" fmla="*/ 1709086 w 2007260"/>
              <a:gd name="csY2" fmla="*/ 99391 h 2032698"/>
              <a:gd name="csX3" fmla="*/ 1569938 w 2007260"/>
              <a:gd name="csY3" fmla="*/ 109331 h 2032698"/>
              <a:gd name="csX4" fmla="*/ 1361217 w 2007260"/>
              <a:gd name="csY4" fmla="*/ 109331 h 2032698"/>
              <a:gd name="csX5" fmla="*/ 1251886 w 2007260"/>
              <a:gd name="csY5" fmla="*/ 258418 h 2032698"/>
              <a:gd name="csX6" fmla="*/ 1162434 w 2007260"/>
              <a:gd name="csY6" fmla="*/ 417444 h 2032698"/>
              <a:gd name="csX7" fmla="*/ 1172373 w 2007260"/>
              <a:gd name="csY7" fmla="*/ 596348 h 2032698"/>
              <a:gd name="csX8" fmla="*/ 1212130 w 2007260"/>
              <a:gd name="csY8" fmla="*/ 685800 h 2032698"/>
              <a:gd name="csX9" fmla="*/ 1152495 w 2007260"/>
              <a:gd name="csY9" fmla="*/ 1043609 h 2032698"/>
              <a:gd name="csX10" fmla="*/ 1470547 w 2007260"/>
              <a:gd name="csY10" fmla="*/ 1451113 h 2032698"/>
              <a:gd name="csX11" fmla="*/ 923895 w 2007260"/>
              <a:gd name="csY11" fmla="*/ 2027583 h 2032698"/>
              <a:gd name="csX12" fmla="*/ 208277 w 2007260"/>
              <a:gd name="csY12" fmla="*/ 944218 h 2032698"/>
              <a:gd name="csX13" fmla="*/ 9495 w 2007260"/>
              <a:gd name="csY13" fmla="*/ 1977888 h 2032698"/>
              <a:gd name="csX0" fmla="*/ 1997576 w 1997576"/>
              <a:gd name="csY0" fmla="*/ 208722 h 2027583"/>
              <a:gd name="csX1" fmla="*/ 1798793 w 1997576"/>
              <a:gd name="csY1" fmla="*/ 0 h 2027583"/>
              <a:gd name="csX2" fmla="*/ 1699402 w 1997576"/>
              <a:gd name="csY2" fmla="*/ 99391 h 2027583"/>
              <a:gd name="csX3" fmla="*/ 1560254 w 1997576"/>
              <a:gd name="csY3" fmla="*/ 109331 h 2027583"/>
              <a:gd name="csX4" fmla="*/ 1351533 w 1997576"/>
              <a:gd name="csY4" fmla="*/ 109331 h 2027583"/>
              <a:gd name="csX5" fmla="*/ 1242202 w 1997576"/>
              <a:gd name="csY5" fmla="*/ 258418 h 2027583"/>
              <a:gd name="csX6" fmla="*/ 1152750 w 1997576"/>
              <a:gd name="csY6" fmla="*/ 417444 h 2027583"/>
              <a:gd name="csX7" fmla="*/ 1162689 w 1997576"/>
              <a:gd name="csY7" fmla="*/ 596348 h 2027583"/>
              <a:gd name="csX8" fmla="*/ 1202446 w 1997576"/>
              <a:gd name="csY8" fmla="*/ 685800 h 2027583"/>
              <a:gd name="csX9" fmla="*/ 1142811 w 1997576"/>
              <a:gd name="csY9" fmla="*/ 1043609 h 2027583"/>
              <a:gd name="csX10" fmla="*/ 1460863 w 1997576"/>
              <a:gd name="csY10" fmla="*/ 1451113 h 2027583"/>
              <a:gd name="csX11" fmla="*/ 914211 w 1997576"/>
              <a:gd name="csY11" fmla="*/ 2027583 h 2027583"/>
              <a:gd name="csX12" fmla="*/ 198593 w 1997576"/>
              <a:gd name="csY12" fmla="*/ 944218 h 2027583"/>
              <a:gd name="csX13" fmla="*/ 9750 w 1997576"/>
              <a:gd name="csY13" fmla="*/ 1918253 h 2027583"/>
              <a:gd name="csX0" fmla="*/ 2005040 w 2005040"/>
              <a:gd name="csY0" fmla="*/ 208722 h 2027583"/>
              <a:gd name="csX1" fmla="*/ 1806257 w 2005040"/>
              <a:gd name="csY1" fmla="*/ 0 h 2027583"/>
              <a:gd name="csX2" fmla="*/ 1706866 w 2005040"/>
              <a:gd name="csY2" fmla="*/ 99391 h 2027583"/>
              <a:gd name="csX3" fmla="*/ 1567718 w 2005040"/>
              <a:gd name="csY3" fmla="*/ 109331 h 2027583"/>
              <a:gd name="csX4" fmla="*/ 1358997 w 2005040"/>
              <a:gd name="csY4" fmla="*/ 109331 h 2027583"/>
              <a:gd name="csX5" fmla="*/ 1249666 w 2005040"/>
              <a:gd name="csY5" fmla="*/ 258418 h 2027583"/>
              <a:gd name="csX6" fmla="*/ 1160214 w 2005040"/>
              <a:gd name="csY6" fmla="*/ 417444 h 2027583"/>
              <a:gd name="csX7" fmla="*/ 1170153 w 2005040"/>
              <a:gd name="csY7" fmla="*/ 596348 h 2027583"/>
              <a:gd name="csX8" fmla="*/ 1209910 w 2005040"/>
              <a:gd name="csY8" fmla="*/ 685800 h 2027583"/>
              <a:gd name="csX9" fmla="*/ 1150275 w 2005040"/>
              <a:gd name="csY9" fmla="*/ 1043609 h 2027583"/>
              <a:gd name="csX10" fmla="*/ 1468327 w 2005040"/>
              <a:gd name="csY10" fmla="*/ 1451113 h 2027583"/>
              <a:gd name="csX11" fmla="*/ 921675 w 2005040"/>
              <a:gd name="csY11" fmla="*/ 2027583 h 2027583"/>
              <a:gd name="csX12" fmla="*/ 206057 w 2005040"/>
              <a:gd name="csY12" fmla="*/ 944218 h 2027583"/>
              <a:gd name="csX13" fmla="*/ 17214 w 2005040"/>
              <a:gd name="csY13" fmla="*/ 1918253 h 2027583"/>
              <a:gd name="csX14" fmla="*/ 7275 w 2005040"/>
              <a:gd name="csY14" fmla="*/ 1894953 h 2027583"/>
              <a:gd name="csX0" fmla="*/ 2932043 w 2932043"/>
              <a:gd name="csY0" fmla="*/ 208722 h 2431714"/>
              <a:gd name="csX1" fmla="*/ 2733260 w 2932043"/>
              <a:gd name="csY1" fmla="*/ 0 h 2431714"/>
              <a:gd name="csX2" fmla="*/ 2633869 w 2932043"/>
              <a:gd name="csY2" fmla="*/ 99391 h 2431714"/>
              <a:gd name="csX3" fmla="*/ 2494721 w 2932043"/>
              <a:gd name="csY3" fmla="*/ 109331 h 2431714"/>
              <a:gd name="csX4" fmla="*/ 2286000 w 2932043"/>
              <a:gd name="csY4" fmla="*/ 109331 h 2431714"/>
              <a:gd name="csX5" fmla="*/ 2176669 w 2932043"/>
              <a:gd name="csY5" fmla="*/ 258418 h 2431714"/>
              <a:gd name="csX6" fmla="*/ 2087217 w 2932043"/>
              <a:gd name="csY6" fmla="*/ 417444 h 2431714"/>
              <a:gd name="csX7" fmla="*/ 2097156 w 2932043"/>
              <a:gd name="csY7" fmla="*/ 596348 h 2431714"/>
              <a:gd name="csX8" fmla="*/ 2136913 w 2932043"/>
              <a:gd name="csY8" fmla="*/ 685800 h 2431714"/>
              <a:gd name="csX9" fmla="*/ 2077278 w 2932043"/>
              <a:gd name="csY9" fmla="*/ 1043609 h 2431714"/>
              <a:gd name="csX10" fmla="*/ 2395330 w 2932043"/>
              <a:gd name="csY10" fmla="*/ 1451113 h 2431714"/>
              <a:gd name="csX11" fmla="*/ 1848678 w 2932043"/>
              <a:gd name="csY11" fmla="*/ 2027583 h 2431714"/>
              <a:gd name="csX12" fmla="*/ 1133060 w 2932043"/>
              <a:gd name="csY12" fmla="*/ 944218 h 2431714"/>
              <a:gd name="csX13" fmla="*/ 944217 w 2932043"/>
              <a:gd name="csY13" fmla="*/ 1918253 h 2431714"/>
              <a:gd name="csX14" fmla="*/ 0 w 2932043"/>
              <a:gd name="csY14" fmla="*/ 2431666 h 243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32043" h="2431714">
                <a:moveTo>
                  <a:pt x="2932043" y="208722"/>
                </a:moveTo>
                <a:lnTo>
                  <a:pt x="2733260" y="0"/>
                </a:lnTo>
                <a:lnTo>
                  <a:pt x="2633869" y="99391"/>
                </a:lnTo>
                <a:lnTo>
                  <a:pt x="2494721" y="109331"/>
                </a:lnTo>
                <a:lnTo>
                  <a:pt x="2286000" y="109331"/>
                </a:lnTo>
                <a:lnTo>
                  <a:pt x="2176669" y="258418"/>
                </a:lnTo>
                <a:lnTo>
                  <a:pt x="2087217" y="417444"/>
                </a:lnTo>
                <a:lnTo>
                  <a:pt x="2097156" y="596348"/>
                </a:lnTo>
                <a:lnTo>
                  <a:pt x="2136913" y="685800"/>
                </a:lnTo>
                <a:lnTo>
                  <a:pt x="2077278" y="1043609"/>
                </a:lnTo>
                <a:lnTo>
                  <a:pt x="2395330" y="1451113"/>
                </a:lnTo>
                <a:lnTo>
                  <a:pt x="1848678" y="2027583"/>
                </a:lnTo>
                <a:lnTo>
                  <a:pt x="1133060" y="944218"/>
                </a:lnTo>
                <a:cubicBezTo>
                  <a:pt x="1202634" y="556592"/>
                  <a:pt x="874643" y="2305879"/>
                  <a:pt x="944217" y="1918253"/>
                </a:cubicBezTo>
                <a:cubicBezTo>
                  <a:pt x="911087" y="2076709"/>
                  <a:pt x="2071" y="2436520"/>
                  <a:pt x="0" y="2431666"/>
                </a:cubicBezTo>
              </a:path>
            </a:pathLst>
          </a:custGeom>
          <a:noFill/>
          <a:ln w="38100">
            <a:solidFill>
              <a:srgbClr val="00B0F0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B3651E8-A96C-6291-C689-AA665DEA9A56}"/>
              </a:ext>
            </a:extLst>
          </p:cNvPr>
          <p:cNvSpPr/>
          <p:nvPr/>
        </p:nvSpPr>
        <p:spPr>
          <a:xfrm>
            <a:off x="225542" y="5321160"/>
            <a:ext cx="1101124" cy="298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End- 7:40</a:t>
            </a:r>
            <a:endParaRPr lang="en-IN" sz="1200" b="1" dirty="0">
              <a:solidFill>
                <a:srgbClr val="C00000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0EC0E05-19D9-A61B-850C-223D8916D533}"/>
              </a:ext>
            </a:extLst>
          </p:cNvPr>
          <p:cNvSpPr/>
          <p:nvPr/>
        </p:nvSpPr>
        <p:spPr>
          <a:xfrm>
            <a:off x="3628751" y="1523933"/>
            <a:ext cx="1798983" cy="2098485"/>
          </a:xfrm>
          <a:custGeom>
            <a:avLst/>
            <a:gdLst>
              <a:gd name="csX0" fmla="*/ 1808922 w 1808922"/>
              <a:gd name="csY0" fmla="*/ 327991 h 2146852"/>
              <a:gd name="csX1" fmla="*/ 1610139 w 1808922"/>
              <a:gd name="csY1" fmla="*/ 119269 h 2146852"/>
              <a:gd name="csX2" fmla="*/ 1510748 w 1808922"/>
              <a:gd name="csY2" fmla="*/ 218660 h 2146852"/>
              <a:gd name="csX3" fmla="*/ 1371600 w 1808922"/>
              <a:gd name="csY3" fmla="*/ 228600 h 2146852"/>
              <a:gd name="csX4" fmla="*/ 1162879 w 1808922"/>
              <a:gd name="csY4" fmla="*/ 228600 h 2146852"/>
              <a:gd name="csX5" fmla="*/ 1053548 w 1808922"/>
              <a:gd name="csY5" fmla="*/ 377687 h 2146852"/>
              <a:gd name="csX6" fmla="*/ 964096 w 1808922"/>
              <a:gd name="csY6" fmla="*/ 536713 h 2146852"/>
              <a:gd name="csX7" fmla="*/ 974035 w 1808922"/>
              <a:gd name="csY7" fmla="*/ 715617 h 2146852"/>
              <a:gd name="csX8" fmla="*/ 1013792 w 1808922"/>
              <a:gd name="csY8" fmla="*/ 805069 h 2146852"/>
              <a:gd name="csX9" fmla="*/ 954157 w 1808922"/>
              <a:gd name="csY9" fmla="*/ 1162878 h 2146852"/>
              <a:gd name="csX10" fmla="*/ 1272209 w 1808922"/>
              <a:gd name="csY10" fmla="*/ 1570382 h 2146852"/>
              <a:gd name="csX11" fmla="*/ 665922 w 1808922"/>
              <a:gd name="csY11" fmla="*/ 2146852 h 2146852"/>
              <a:gd name="csX12" fmla="*/ 0 w 1808922"/>
              <a:gd name="csY12" fmla="*/ 1162878 h 2146852"/>
              <a:gd name="csX13" fmla="*/ 208722 w 1808922"/>
              <a:gd name="csY13" fmla="*/ 0 h 2146852"/>
              <a:gd name="csX0" fmla="*/ 1949755 w 1949755"/>
              <a:gd name="csY0" fmla="*/ 208722 h 2027583"/>
              <a:gd name="csX1" fmla="*/ 1750972 w 1949755"/>
              <a:gd name="csY1" fmla="*/ 0 h 2027583"/>
              <a:gd name="csX2" fmla="*/ 1651581 w 1949755"/>
              <a:gd name="csY2" fmla="*/ 99391 h 2027583"/>
              <a:gd name="csX3" fmla="*/ 1512433 w 1949755"/>
              <a:gd name="csY3" fmla="*/ 109331 h 2027583"/>
              <a:gd name="csX4" fmla="*/ 1303712 w 1949755"/>
              <a:gd name="csY4" fmla="*/ 109331 h 2027583"/>
              <a:gd name="csX5" fmla="*/ 1194381 w 1949755"/>
              <a:gd name="csY5" fmla="*/ 258418 h 2027583"/>
              <a:gd name="csX6" fmla="*/ 1104929 w 1949755"/>
              <a:gd name="csY6" fmla="*/ 417444 h 2027583"/>
              <a:gd name="csX7" fmla="*/ 1114868 w 1949755"/>
              <a:gd name="csY7" fmla="*/ 596348 h 2027583"/>
              <a:gd name="csX8" fmla="*/ 1154625 w 1949755"/>
              <a:gd name="csY8" fmla="*/ 685800 h 2027583"/>
              <a:gd name="csX9" fmla="*/ 1094990 w 1949755"/>
              <a:gd name="csY9" fmla="*/ 1043609 h 2027583"/>
              <a:gd name="csX10" fmla="*/ 1413042 w 1949755"/>
              <a:gd name="csY10" fmla="*/ 1451113 h 2027583"/>
              <a:gd name="csX11" fmla="*/ 806755 w 1949755"/>
              <a:gd name="csY11" fmla="*/ 2027583 h 2027583"/>
              <a:gd name="csX12" fmla="*/ 140833 w 1949755"/>
              <a:gd name="csY12" fmla="*/ 1043609 h 2027583"/>
              <a:gd name="csX13" fmla="*/ 11625 w 1949755"/>
              <a:gd name="csY13" fmla="*/ 1540566 h 2027583"/>
              <a:gd name="csX0" fmla="*/ 2007703 w 2007703"/>
              <a:gd name="csY0" fmla="*/ 208722 h 2027583"/>
              <a:gd name="csX1" fmla="*/ 1808920 w 2007703"/>
              <a:gd name="csY1" fmla="*/ 0 h 2027583"/>
              <a:gd name="csX2" fmla="*/ 1709529 w 2007703"/>
              <a:gd name="csY2" fmla="*/ 99391 h 2027583"/>
              <a:gd name="csX3" fmla="*/ 1570381 w 2007703"/>
              <a:gd name="csY3" fmla="*/ 109331 h 2027583"/>
              <a:gd name="csX4" fmla="*/ 1361660 w 2007703"/>
              <a:gd name="csY4" fmla="*/ 109331 h 2027583"/>
              <a:gd name="csX5" fmla="*/ 1252329 w 2007703"/>
              <a:gd name="csY5" fmla="*/ 258418 h 2027583"/>
              <a:gd name="csX6" fmla="*/ 1162877 w 2007703"/>
              <a:gd name="csY6" fmla="*/ 417444 h 2027583"/>
              <a:gd name="csX7" fmla="*/ 1172816 w 2007703"/>
              <a:gd name="csY7" fmla="*/ 596348 h 2027583"/>
              <a:gd name="csX8" fmla="*/ 1212573 w 2007703"/>
              <a:gd name="csY8" fmla="*/ 685800 h 2027583"/>
              <a:gd name="csX9" fmla="*/ 1152938 w 2007703"/>
              <a:gd name="csY9" fmla="*/ 1043609 h 2027583"/>
              <a:gd name="csX10" fmla="*/ 1470990 w 2007703"/>
              <a:gd name="csY10" fmla="*/ 1451113 h 2027583"/>
              <a:gd name="csX11" fmla="*/ 864703 w 2007703"/>
              <a:gd name="csY11" fmla="*/ 2027583 h 2027583"/>
              <a:gd name="csX12" fmla="*/ 198781 w 2007703"/>
              <a:gd name="csY12" fmla="*/ 1043609 h 2027583"/>
              <a:gd name="csX13" fmla="*/ 69573 w 2007703"/>
              <a:gd name="csY13" fmla="*/ 1540566 h 2027583"/>
              <a:gd name="csX14" fmla="*/ 0 w 2007703"/>
              <a:gd name="csY14" fmla="*/ 1918252 h 2027583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898373 w 3041373"/>
              <a:gd name="csY11" fmla="*/ 2027583 h 2574235"/>
              <a:gd name="csX12" fmla="*/ 1232451 w 3041373"/>
              <a:gd name="csY12" fmla="*/ 1043609 h 2574235"/>
              <a:gd name="csX13" fmla="*/ 1103243 w 3041373"/>
              <a:gd name="csY13" fmla="*/ 1540566 h 2574235"/>
              <a:gd name="csX14" fmla="*/ 0 w 3041373"/>
              <a:gd name="csY14" fmla="*/ 2574235 h 2574235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898373 w 3041373"/>
              <a:gd name="csY11" fmla="*/ 2027583 h 2574235"/>
              <a:gd name="csX12" fmla="*/ 1232451 w 3041373"/>
              <a:gd name="csY12" fmla="*/ 1043609 h 2574235"/>
              <a:gd name="csX13" fmla="*/ 1043608 w 3041373"/>
              <a:gd name="csY13" fmla="*/ 1977888 h 2574235"/>
              <a:gd name="csX14" fmla="*/ 0 w 3041373"/>
              <a:gd name="csY14" fmla="*/ 2574235 h 2574235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898373 w 3041373"/>
              <a:gd name="csY11" fmla="*/ 2027583 h 2574235"/>
              <a:gd name="csX12" fmla="*/ 1242390 w 3041373"/>
              <a:gd name="csY12" fmla="*/ 944218 h 2574235"/>
              <a:gd name="csX13" fmla="*/ 1043608 w 3041373"/>
              <a:gd name="csY13" fmla="*/ 1977888 h 2574235"/>
              <a:gd name="csX14" fmla="*/ 0 w 3041373"/>
              <a:gd name="csY14" fmla="*/ 2574235 h 2574235"/>
              <a:gd name="csX0" fmla="*/ 3041373 w 3041373"/>
              <a:gd name="csY0" fmla="*/ 208722 h 2574235"/>
              <a:gd name="csX1" fmla="*/ 2842590 w 3041373"/>
              <a:gd name="csY1" fmla="*/ 0 h 2574235"/>
              <a:gd name="csX2" fmla="*/ 2743199 w 3041373"/>
              <a:gd name="csY2" fmla="*/ 99391 h 2574235"/>
              <a:gd name="csX3" fmla="*/ 2604051 w 3041373"/>
              <a:gd name="csY3" fmla="*/ 109331 h 2574235"/>
              <a:gd name="csX4" fmla="*/ 2395330 w 3041373"/>
              <a:gd name="csY4" fmla="*/ 109331 h 2574235"/>
              <a:gd name="csX5" fmla="*/ 2285999 w 3041373"/>
              <a:gd name="csY5" fmla="*/ 258418 h 2574235"/>
              <a:gd name="csX6" fmla="*/ 2196547 w 3041373"/>
              <a:gd name="csY6" fmla="*/ 417444 h 2574235"/>
              <a:gd name="csX7" fmla="*/ 2206486 w 3041373"/>
              <a:gd name="csY7" fmla="*/ 596348 h 2574235"/>
              <a:gd name="csX8" fmla="*/ 2246243 w 3041373"/>
              <a:gd name="csY8" fmla="*/ 685800 h 2574235"/>
              <a:gd name="csX9" fmla="*/ 2186608 w 3041373"/>
              <a:gd name="csY9" fmla="*/ 1043609 h 2574235"/>
              <a:gd name="csX10" fmla="*/ 2504660 w 3041373"/>
              <a:gd name="csY10" fmla="*/ 1451113 h 2574235"/>
              <a:gd name="csX11" fmla="*/ 1958008 w 3041373"/>
              <a:gd name="csY11" fmla="*/ 2027583 h 2574235"/>
              <a:gd name="csX12" fmla="*/ 1242390 w 3041373"/>
              <a:gd name="csY12" fmla="*/ 944218 h 2574235"/>
              <a:gd name="csX13" fmla="*/ 1043608 w 3041373"/>
              <a:gd name="csY13" fmla="*/ 1977888 h 2574235"/>
              <a:gd name="csX14" fmla="*/ 0 w 3041373"/>
              <a:gd name="csY14" fmla="*/ 2574235 h 2574235"/>
              <a:gd name="csX0" fmla="*/ 2007260 w 2007260"/>
              <a:gd name="csY0" fmla="*/ 208722 h 2032698"/>
              <a:gd name="csX1" fmla="*/ 1808477 w 2007260"/>
              <a:gd name="csY1" fmla="*/ 0 h 2032698"/>
              <a:gd name="csX2" fmla="*/ 1709086 w 2007260"/>
              <a:gd name="csY2" fmla="*/ 99391 h 2032698"/>
              <a:gd name="csX3" fmla="*/ 1569938 w 2007260"/>
              <a:gd name="csY3" fmla="*/ 109331 h 2032698"/>
              <a:gd name="csX4" fmla="*/ 1361217 w 2007260"/>
              <a:gd name="csY4" fmla="*/ 109331 h 2032698"/>
              <a:gd name="csX5" fmla="*/ 1251886 w 2007260"/>
              <a:gd name="csY5" fmla="*/ 258418 h 2032698"/>
              <a:gd name="csX6" fmla="*/ 1162434 w 2007260"/>
              <a:gd name="csY6" fmla="*/ 417444 h 2032698"/>
              <a:gd name="csX7" fmla="*/ 1172373 w 2007260"/>
              <a:gd name="csY7" fmla="*/ 596348 h 2032698"/>
              <a:gd name="csX8" fmla="*/ 1212130 w 2007260"/>
              <a:gd name="csY8" fmla="*/ 685800 h 2032698"/>
              <a:gd name="csX9" fmla="*/ 1152495 w 2007260"/>
              <a:gd name="csY9" fmla="*/ 1043609 h 2032698"/>
              <a:gd name="csX10" fmla="*/ 1470547 w 2007260"/>
              <a:gd name="csY10" fmla="*/ 1451113 h 2032698"/>
              <a:gd name="csX11" fmla="*/ 923895 w 2007260"/>
              <a:gd name="csY11" fmla="*/ 2027583 h 2032698"/>
              <a:gd name="csX12" fmla="*/ 208277 w 2007260"/>
              <a:gd name="csY12" fmla="*/ 944218 h 2032698"/>
              <a:gd name="csX13" fmla="*/ 9495 w 2007260"/>
              <a:gd name="csY13" fmla="*/ 1977888 h 2032698"/>
              <a:gd name="csX0" fmla="*/ 1997576 w 1997576"/>
              <a:gd name="csY0" fmla="*/ 208722 h 2027583"/>
              <a:gd name="csX1" fmla="*/ 1798793 w 1997576"/>
              <a:gd name="csY1" fmla="*/ 0 h 2027583"/>
              <a:gd name="csX2" fmla="*/ 1699402 w 1997576"/>
              <a:gd name="csY2" fmla="*/ 99391 h 2027583"/>
              <a:gd name="csX3" fmla="*/ 1560254 w 1997576"/>
              <a:gd name="csY3" fmla="*/ 109331 h 2027583"/>
              <a:gd name="csX4" fmla="*/ 1351533 w 1997576"/>
              <a:gd name="csY4" fmla="*/ 109331 h 2027583"/>
              <a:gd name="csX5" fmla="*/ 1242202 w 1997576"/>
              <a:gd name="csY5" fmla="*/ 258418 h 2027583"/>
              <a:gd name="csX6" fmla="*/ 1152750 w 1997576"/>
              <a:gd name="csY6" fmla="*/ 417444 h 2027583"/>
              <a:gd name="csX7" fmla="*/ 1162689 w 1997576"/>
              <a:gd name="csY7" fmla="*/ 596348 h 2027583"/>
              <a:gd name="csX8" fmla="*/ 1202446 w 1997576"/>
              <a:gd name="csY8" fmla="*/ 685800 h 2027583"/>
              <a:gd name="csX9" fmla="*/ 1142811 w 1997576"/>
              <a:gd name="csY9" fmla="*/ 1043609 h 2027583"/>
              <a:gd name="csX10" fmla="*/ 1460863 w 1997576"/>
              <a:gd name="csY10" fmla="*/ 1451113 h 2027583"/>
              <a:gd name="csX11" fmla="*/ 914211 w 1997576"/>
              <a:gd name="csY11" fmla="*/ 2027583 h 2027583"/>
              <a:gd name="csX12" fmla="*/ 198593 w 1997576"/>
              <a:gd name="csY12" fmla="*/ 944218 h 2027583"/>
              <a:gd name="csX13" fmla="*/ 9750 w 1997576"/>
              <a:gd name="csY13" fmla="*/ 1918253 h 2027583"/>
              <a:gd name="csX0" fmla="*/ 2005040 w 2005040"/>
              <a:gd name="csY0" fmla="*/ 208722 h 2027583"/>
              <a:gd name="csX1" fmla="*/ 1806257 w 2005040"/>
              <a:gd name="csY1" fmla="*/ 0 h 2027583"/>
              <a:gd name="csX2" fmla="*/ 1706866 w 2005040"/>
              <a:gd name="csY2" fmla="*/ 99391 h 2027583"/>
              <a:gd name="csX3" fmla="*/ 1567718 w 2005040"/>
              <a:gd name="csY3" fmla="*/ 109331 h 2027583"/>
              <a:gd name="csX4" fmla="*/ 1358997 w 2005040"/>
              <a:gd name="csY4" fmla="*/ 109331 h 2027583"/>
              <a:gd name="csX5" fmla="*/ 1249666 w 2005040"/>
              <a:gd name="csY5" fmla="*/ 258418 h 2027583"/>
              <a:gd name="csX6" fmla="*/ 1160214 w 2005040"/>
              <a:gd name="csY6" fmla="*/ 417444 h 2027583"/>
              <a:gd name="csX7" fmla="*/ 1170153 w 2005040"/>
              <a:gd name="csY7" fmla="*/ 596348 h 2027583"/>
              <a:gd name="csX8" fmla="*/ 1209910 w 2005040"/>
              <a:gd name="csY8" fmla="*/ 685800 h 2027583"/>
              <a:gd name="csX9" fmla="*/ 1150275 w 2005040"/>
              <a:gd name="csY9" fmla="*/ 1043609 h 2027583"/>
              <a:gd name="csX10" fmla="*/ 1468327 w 2005040"/>
              <a:gd name="csY10" fmla="*/ 1451113 h 2027583"/>
              <a:gd name="csX11" fmla="*/ 921675 w 2005040"/>
              <a:gd name="csY11" fmla="*/ 2027583 h 2027583"/>
              <a:gd name="csX12" fmla="*/ 206057 w 2005040"/>
              <a:gd name="csY12" fmla="*/ 944218 h 2027583"/>
              <a:gd name="csX13" fmla="*/ 17214 w 2005040"/>
              <a:gd name="csY13" fmla="*/ 1918253 h 2027583"/>
              <a:gd name="csX14" fmla="*/ 7275 w 2005040"/>
              <a:gd name="csY14" fmla="*/ 1894953 h 2027583"/>
              <a:gd name="csX0" fmla="*/ 2932043 w 2932043"/>
              <a:gd name="csY0" fmla="*/ 208722 h 2431714"/>
              <a:gd name="csX1" fmla="*/ 2733260 w 2932043"/>
              <a:gd name="csY1" fmla="*/ 0 h 2431714"/>
              <a:gd name="csX2" fmla="*/ 2633869 w 2932043"/>
              <a:gd name="csY2" fmla="*/ 99391 h 2431714"/>
              <a:gd name="csX3" fmla="*/ 2494721 w 2932043"/>
              <a:gd name="csY3" fmla="*/ 109331 h 2431714"/>
              <a:gd name="csX4" fmla="*/ 2286000 w 2932043"/>
              <a:gd name="csY4" fmla="*/ 109331 h 2431714"/>
              <a:gd name="csX5" fmla="*/ 2176669 w 2932043"/>
              <a:gd name="csY5" fmla="*/ 258418 h 2431714"/>
              <a:gd name="csX6" fmla="*/ 2087217 w 2932043"/>
              <a:gd name="csY6" fmla="*/ 417444 h 2431714"/>
              <a:gd name="csX7" fmla="*/ 2097156 w 2932043"/>
              <a:gd name="csY7" fmla="*/ 596348 h 2431714"/>
              <a:gd name="csX8" fmla="*/ 2136913 w 2932043"/>
              <a:gd name="csY8" fmla="*/ 685800 h 2431714"/>
              <a:gd name="csX9" fmla="*/ 2077278 w 2932043"/>
              <a:gd name="csY9" fmla="*/ 1043609 h 2431714"/>
              <a:gd name="csX10" fmla="*/ 2395330 w 2932043"/>
              <a:gd name="csY10" fmla="*/ 1451113 h 2431714"/>
              <a:gd name="csX11" fmla="*/ 1848678 w 2932043"/>
              <a:gd name="csY11" fmla="*/ 2027583 h 2431714"/>
              <a:gd name="csX12" fmla="*/ 1133060 w 2932043"/>
              <a:gd name="csY12" fmla="*/ 944218 h 2431714"/>
              <a:gd name="csX13" fmla="*/ 944217 w 2932043"/>
              <a:gd name="csY13" fmla="*/ 1918253 h 2431714"/>
              <a:gd name="csX14" fmla="*/ 0 w 2932043"/>
              <a:gd name="csY14" fmla="*/ 2431666 h 2431714"/>
              <a:gd name="csX0" fmla="*/ 2036894 w 2036894"/>
              <a:gd name="csY0" fmla="*/ 279624 h 2098485"/>
              <a:gd name="csX1" fmla="*/ 1838111 w 2036894"/>
              <a:gd name="csY1" fmla="*/ 70902 h 2098485"/>
              <a:gd name="csX2" fmla="*/ 1738720 w 2036894"/>
              <a:gd name="csY2" fmla="*/ 170293 h 2098485"/>
              <a:gd name="csX3" fmla="*/ 1599572 w 2036894"/>
              <a:gd name="csY3" fmla="*/ 180233 h 2098485"/>
              <a:gd name="csX4" fmla="*/ 1390851 w 2036894"/>
              <a:gd name="csY4" fmla="*/ 180233 h 2098485"/>
              <a:gd name="csX5" fmla="*/ 1281520 w 2036894"/>
              <a:gd name="csY5" fmla="*/ 329320 h 2098485"/>
              <a:gd name="csX6" fmla="*/ 1192068 w 2036894"/>
              <a:gd name="csY6" fmla="*/ 488346 h 2098485"/>
              <a:gd name="csX7" fmla="*/ 1202007 w 2036894"/>
              <a:gd name="csY7" fmla="*/ 667250 h 2098485"/>
              <a:gd name="csX8" fmla="*/ 1241764 w 2036894"/>
              <a:gd name="csY8" fmla="*/ 756702 h 2098485"/>
              <a:gd name="csX9" fmla="*/ 1182129 w 2036894"/>
              <a:gd name="csY9" fmla="*/ 1114511 h 2098485"/>
              <a:gd name="csX10" fmla="*/ 1500181 w 2036894"/>
              <a:gd name="csY10" fmla="*/ 1522015 h 2098485"/>
              <a:gd name="csX11" fmla="*/ 953529 w 2036894"/>
              <a:gd name="csY11" fmla="*/ 2098485 h 2098485"/>
              <a:gd name="csX12" fmla="*/ 237911 w 2036894"/>
              <a:gd name="csY12" fmla="*/ 1015120 h 2098485"/>
              <a:gd name="csX13" fmla="*/ 49068 w 2036894"/>
              <a:gd name="csY13" fmla="*/ 1989155 h 2098485"/>
              <a:gd name="csX14" fmla="*/ 0 w 2036894"/>
              <a:gd name="csY14" fmla="*/ 0 h 2098485"/>
              <a:gd name="csX0" fmla="*/ 2036894 w 2036894"/>
              <a:gd name="csY0" fmla="*/ 279624 h 2098485"/>
              <a:gd name="csX1" fmla="*/ 1838111 w 2036894"/>
              <a:gd name="csY1" fmla="*/ 70902 h 2098485"/>
              <a:gd name="csX2" fmla="*/ 1738720 w 2036894"/>
              <a:gd name="csY2" fmla="*/ 170293 h 2098485"/>
              <a:gd name="csX3" fmla="*/ 1599572 w 2036894"/>
              <a:gd name="csY3" fmla="*/ 180233 h 2098485"/>
              <a:gd name="csX4" fmla="*/ 1390851 w 2036894"/>
              <a:gd name="csY4" fmla="*/ 180233 h 2098485"/>
              <a:gd name="csX5" fmla="*/ 1281520 w 2036894"/>
              <a:gd name="csY5" fmla="*/ 329320 h 2098485"/>
              <a:gd name="csX6" fmla="*/ 1192068 w 2036894"/>
              <a:gd name="csY6" fmla="*/ 488346 h 2098485"/>
              <a:gd name="csX7" fmla="*/ 1202007 w 2036894"/>
              <a:gd name="csY7" fmla="*/ 667250 h 2098485"/>
              <a:gd name="csX8" fmla="*/ 1241764 w 2036894"/>
              <a:gd name="csY8" fmla="*/ 756702 h 2098485"/>
              <a:gd name="csX9" fmla="*/ 1182129 w 2036894"/>
              <a:gd name="csY9" fmla="*/ 1114511 h 2098485"/>
              <a:gd name="csX10" fmla="*/ 1500181 w 2036894"/>
              <a:gd name="csY10" fmla="*/ 1522015 h 2098485"/>
              <a:gd name="csX11" fmla="*/ 953529 w 2036894"/>
              <a:gd name="csY11" fmla="*/ 2098485 h 2098485"/>
              <a:gd name="csX12" fmla="*/ 237911 w 2036894"/>
              <a:gd name="csY12" fmla="*/ 1015120 h 2098485"/>
              <a:gd name="csX13" fmla="*/ 347451 w 2036894"/>
              <a:gd name="csY13" fmla="*/ 603117 h 2098485"/>
              <a:gd name="csX14" fmla="*/ 0 w 2036894"/>
              <a:gd name="csY14" fmla="*/ 0 h 2098485"/>
              <a:gd name="csX0" fmla="*/ 1798983 w 1798983"/>
              <a:gd name="csY0" fmla="*/ 279624 h 2098485"/>
              <a:gd name="csX1" fmla="*/ 1600200 w 1798983"/>
              <a:gd name="csY1" fmla="*/ 70902 h 2098485"/>
              <a:gd name="csX2" fmla="*/ 1500809 w 1798983"/>
              <a:gd name="csY2" fmla="*/ 170293 h 2098485"/>
              <a:gd name="csX3" fmla="*/ 1361661 w 1798983"/>
              <a:gd name="csY3" fmla="*/ 180233 h 2098485"/>
              <a:gd name="csX4" fmla="*/ 1152940 w 1798983"/>
              <a:gd name="csY4" fmla="*/ 180233 h 2098485"/>
              <a:gd name="csX5" fmla="*/ 1043609 w 1798983"/>
              <a:gd name="csY5" fmla="*/ 329320 h 2098485"/>
              <a:gd name="csX6" fmla="*/ 954157 w 1798983"/>
              <a:gd name="csY6" fmla="*/ 488346 h 2098485"/>
              <a:gd name="csX7" fmla="*/ 964096 w 1798983"/>
              <a:gd name="csY7" fmla="*/ 667250 h 2098485"/>
              <a:gd name="csX8" fmla="*/ 1003853 w 1798983"/>
              <a:gd name="csY8" fmla="*/ 756702 h 2098485"/>
              <a:gd name="csX9" fmla="*/ 944218 w 1798983"/>
              <a:gd name="csY9" fmla="*/ 1114511 h 2098485"/>
              <a:gd name="csX10" fmla="*/ 1262270 w 1798983"/>
              <a:gd name="csY10" fmla="*/ 1522015 h 2098485"/>
              <a:gd name="csX11" fmla="*/ 715618 w 1798983"/>
              <a:gd name="csY11" fmla="*/ 2098485 h 2098485"/>
              <a:gd name="csX12" fmla="*/ 0 w 1798983"/>
              <a:gd name="csY12" fmla="*/ 1015120 h 2098485"/>
              <a:gd name="csX13" fmla="*/ 109540 w 1798983"/>
              <a:gd name="csY13" fmla="*/ 603117 h 2098485"/>
              <a:gd name="csX14" fmla="*/ 195225 w 1798983"/>
              <a:gd name="csY14" fmla="*/ 0 h 2098485"/>
              <a:gd name="csX0" fmla="*/ 1798983 w 1798983"/>
              <a:gd name="csY0" fmla="*/ 279624 h 2098485"/>
              <a:gd name="csX1" fmla="*/ 1600200 w 1798983"/>
              <a:gd name="csY1" fmla="*/ 70902 h 2098485"/>
              <a:gd name="csX2" fmla="*/ 1500809 w 1798983"/>
              <a:gd name="csY2" fmla="*/ 170293 h 2098485"/>
              <a:gd name="csX3" fmla="*/ 1361661 w 1798983"/>
              <a:gd name="csY3" fmla="*/ 180233 h 2098485"/>
              <a:gd name="csX4" fmla="*/ 1152940 w 1798983"/>
              <a:gd name="csY4" fmla="*/ 180233 h 2098485"/>
              <a:gd name="csX5" fmla="*/ 1043609 w 1798983"/>
              <a:gd name="csY5" fmla="*/ 329320 h 2098485"/>
              <a:gd name="csX6" fmla="*/ 954157 w 1798983"/>
              <a:gd name="csY6" fmla="*/ 488346 h 2098485"/>
              <a:gd name="csX7" fmla="*/ 964096 w 1798983"/>
              <a:gd name="csY7" fmla="*/ 667250 h 2098485"/>
              <a:gd name="csX8" fmla="*/ 1003853 w 1798983"/>
              <a:gd name="csY8" fmla="*/ 756702 h 2098485"/>
              <a:gd name="csX9" fmla="*/ 944218 w 1798983"/>
              <a:gd name="csY9" fmla="*/ 1114511 h 2098485"/>
              <a:gd name="csX10" fmla="*/ 1262270 w 1798983"/>
              <a:gd name="csY10" fmla="*/ 1522015 h 2098485"/>
              <a:gd name="csX11" fmla="*/ 715618 w 1798983"/>
              <a:gd name="csY11" fmla="*/ 2098485 h 2098485"/>
              <a:gd name="csX12" fmla="*/ 0 w 1798983"/>
              <a:gd name="csY12" fmla="*/ 1015120 h 2098485"/>
              <a:gd name="csX13" fmla="*/ 61414 w 1798983"/>
              <a:gd name="csY13" fmla="*/ 554990 h 2098485"/>
              <a:gd name="csX14" fmla="*/ 195225 w 1798983"/>
              <a:gd name="csY14" fmla="*/ 0 h 2098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798983" h="2098485">
                <a:moveTo>
                  <a:pt x="1798983" y="279624"/>
                </a:moveTo>
                <a:lnTo>
                  <a:pt x="1600200" y="70902"/>
                </a:lnTo>
                <a:lnTo>
                  <a:pt x="1500809" y="170293"/>
                </a:lnTo>
                <a:lnTo>
                  <a:pt x="1361661" y="180233"/>
                </a:lnTo>
                <a:lnTo>
                  <a:pt x="1152940" y="180233"/>
                </a:lnTo>
                <a:lnTo>
                  <a:pt x="1043609" y="329320"/>
                </a:lnTo>
                <a:lnTo>
                  <a:pt x="954157" y="488346"/>
                </a:lnTo>
                <a:lnTo>
                  <a:pt x="964096" y="667250"/>
                </a:lnTo>
                <a:lnTo>
                  <a:pt x="1003853" y="756702"/>
                </a:lnTo>
                <a:lnTo>
                  <a:pt x="944218" y="1114511"/>
                </a:lnTo>
                <a:lnTo>
                  <a:pt x="1262270" y="1522015"/>
                </a:lnTo>
                <a:lnTo>
                  <a:pt x="715618" y="2098485"/>
                </a:lnTo>
                <a:lnTo>
                  <a:pt x="0" y="1015120"/>
                </a:lnTo>
                <a:cubicBezTo>
                  <a:pt x="69574" y="627494"/>
                  <a:pt x="-8160" y="942616"/>
                  <a:pt x="61414" y="554990"/>
                </a:cubicBezTo>
                <a:cubicBezTo>
                  <a:pt x="28284" y="713446"/>
                  <a:pt x="197296" y="4854"/>
                  <a:pt x="195225" y="0"/>
                </a:cubicBezTo>
              </a:path>
            </a:pathLst>
          </a:custGeom>
          <a:noFill/>
          <a:ln w="38100">
            <a:solidFill>
              <a:srgbClr val="00B0F0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222056-C986-3F7C-D285-F0A6AF5846EA}"/>
              </a:ext>
            </a:extLst>
          </p:cNvPr>
          <p:cNvSpPr/>
          <p:nvPr/>
        </p:nvSpPr>
        <p:spPr>
          <a:xfrm>
            <a:off x="3058616" y="1391124"/>
            <a:ext cx="815955" cy="4201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End  - 7:45</a:t>
            </a:r>
            <a:endParaRPr lang="en-IN" sz="1200" b="1" dirty="0">
              <a:solidFill>
                <a:srgbClr val="C00000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92DAC20-1BAB-4CB6-2842-4E959EF46869}"/>
              </a:ext>
            </a:extLst>
          </p:cNvPr>
          <p:cNvSpPr/>
          <p:nvPr/>
        </p:nvSpPr>
        <p:spPr>
          <a:xfrm>
            <a:off x="8614317" y="0"/>
            <a:ext cx="3566645" cy="6857999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ts val="1500"/>
              </a:lnSpc>
              <a:buNone/>
            </a:pPr>
            <a:endParaRPr lang="en-IN" dirty="0">
              <a:latin typeface="Segoe UI" panose="020B05020402040202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A18024-6486-1673-4671-974D6B4866FF}"/>
              </a:ext>
            </a:extLst>
          </p:cNvPr>
          <p:cNvSpPr txBox="1"/>
          <p:nvPr/>
        </p:nvSpPr>
        <p:spPr>
          <a:xfrm>
            <a:off x="8614317" y="0"/>
            <a:ext cx="356664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1. Shri Shambhu </a:t>
            </a:r>
            <a:r>
              <a:rPr lang="en-US" sz="1200" b="1" dirty="0" err="1"/>
              <a:t>Panchdashnam</a:t>
            </a:r>
            <a:r>
              <a:rPr lang="en-US" sz="1200" b="1" dirty="0"/>
              <a:t> Juna </a:t>
            </a:r>
            <a:r>
              <a:rPr lang="en-US" sz="1200" b="1" dirty="0" err="1"/>
              <a:t>Akhada</a:t>
            </a:r>
            <a:endParaRPr lang="en-US" sz="1200" b="1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/>
              <a:t>Departure from </a:t>
            </a:r>
            <a:r>
              <a:rPr lang="en-IN" sz="1200" dirty="0" err="1"/>
              <a:t>Akhada</a:t>
            </a:r>
            <a:r>
              <a:rPr lang="en-IN" sz="1200" dirty="0"/>
              <a:t>: 11:00 PM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 err="1"/>
              <a:t>Khedarav</a:t>
            </a:r>
            <a:r>
              <a:rPr lang="en-IN" sz="1200" dirty="0"/>
              <a:t> Temple: 03:55 AM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/>
              <a:t>Procession Start: 04:00 AM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 err="1"/>
              <a:t>Kushavarta</a:t>
            </a:r>
            <a:r>
              <a:rPr lang="en-IN" sz="1200" dirty="0"/>
              <a:t> Tirth: 04:45 AM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/>
              <a:t>Departure from </a:t>
            </a:r>
            <a:r>
              <a:rPr lang="en-IN" sz="1200" dirty="0" err="1"/>
              <a:t>Kushavarta</a:t>
            </a:r>
            <a:r>
              <a:rPr lang="en-IN" sz="1200" dirty="0"/>
              <a:t>: 04:50 AM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 err="1"/>
              <a:t>Trimbakeshwar</a:t>
            </a:r>
            <a:r>
              <a:rPr lang="en-IN" sz="1200" dirty="0"/>
              <a:t> Temple: 05:00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/>
              <a:t>Departure from Temple: 05:45 AM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/>
              <a:t>Hospital Point: 05:55 AM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/>
              <a:t>Arrival at </a:t>
            </a:r>
            <a:r>
              <a:rPr lang="en-IN" sz="1200" dirty="0" err="1"/>
              <a:t>Snan</a:t>
            </a:r>
            <a:r>
              <a:rPr lang="en-IN" sz="1200" dirty="0"/>
              <a:t> Ghat: 06:30 AM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/>
              <a:t>Departure from </a:t>
            </a:r>
            <a:r>
              <a:rPr lang="en-IN" sz="1200" dirty="0" err="1"/>
              <a:t>Snan</a:t>
            </a:r>
            <a:r>
              <a:rPr lang="en-IN" sz="1200" dirty="0"/>
              <a:t> Ghat: 07:00 AM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200" dirty="0"/>
              <a:t>Return to </a:t>
            </a:r>
            <a:r>
              <a:rPr lang="en-IN" sz="1200" dirty="0" err="1"/>
              <a:t>Akhada</a:t>
            </a:r>
            <a:r>
              <a:rPr lang="en-IN" sz="1200" dirty="0"/>
              <a:t>: 07:45 AM</a:t>
            </a:r>
          </a:p>
          <a:p>
            <a:pPr fontAlgn="t"/>
            <a:r>
              <a:rPr lang="en-IN" sz="1200" b="1" dirty="0">
                <a:solidFill>
                  <a:srgbClr val="FF0000"/>
                </a:solidFill>
              </a:rPr>
              <a:t>Total Distance: 10 Km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1E75481-D61E-DDF9-0E7C-EE45ECF22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954" y="3773372"/>
            <a:ext cx="1989895" cy="2864043"/>
          </a:xfrm>
          <a:prstGeom prst="rect">
            <a:avLst/>
          </a:prstGeom>
        </p:spPr>
      </p:pic>
      <p:pic>
        <p:nvPicPr>
          <p:cNvPr id="54" name="Graphic 53" descr="Circus Tent with solid fill">
            <a:extLst>
              <a:ext uri="{FF2B5EF4-FFF2-40B4-BE49-F238E27FC236}">
                <a16:creationId xmlns:a16="http://schemas.microsoft.com/office/drawing/2014/main" id="{B06E5984-2FC4-2936-9E72-7DFD32D335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5806" y="5638800"/>
            <a:ext cx="195220" cy="19522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01912AF-3329-F0E5-B1F7-38A49B45D3CA}"/>
              </a:ext>
            </a:extLst>
          </p:cNvPr>
          <p:cNvSpPr txBox="1"/>
          <p:nvPr/>
        </p:nvSpPr>
        <p:spPr>
          <a:xfrm>
            <a:off x="8645987" y="2385297"/>
            <a:ext cx="37095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en-IN" sz="1200" dirty="0"/>
              <a:t>2. Shri Panchayati </a:t>
            </a:r>
            <a:r>
              <a:rPr lang="en-IN" sz="1200" dirty="0" err="1"/>
              <a:t>Dashnam</a:t>
            </a:r>
            <a:r>
              <a:rPr lang="en-IN" sz="1200" dirty="0"/>
              <a:t> </a:t>
            </a:r>
            <a:r>
              <a:rPr lang="en-IN" sz="1200" dirty="0" err="1"/>
              <a:t>Avhan</a:t>
            </a:r>
            <a:r>
              <a:rPr lang="en-IN" sz="1200" dirty="0"/>
              <a:t> </a:t>
            </a:r>
            <a:r>
              <a:rPr lang="en-IN" sz="1200" dirty="0" err="1"/>
              <a:t>AKhada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/>
              <a:t>Departure: 03:40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 err="1"/>
              <a:t>Khanderav</a:t>
            </a:r>
            <a:r>
              <a:rPr lang="en-IN" sz="1200" b="0" dirty="0"/>
              <a:t> Temple: 03:55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/>
              <a:t>Procession Start: 04:00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 err="1"/>
              <a:t>Kushavarta</a:t>
            </a:r>
            <a:r>
              <a:rPr lang="en-IN" sz="1200" b="0" dirty="0"/>
              <a:t> Arrival: 04:45 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/>
              <a:t> </a:t>
            </a:r>
            <a:r>
              <a:rPr lang="en-IN" sz="1200" b="0" dirty="0" err="1"/>
              <a:t>Kushavarta</a:t>
            </a:r>
            <a:r>
              <a:rPr lang="en-IN" sz="1200" b="0" dirty="0"/>
              <a:t> Departure: 04:50 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/>
              <a:t>Temple Arrival: 05:00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/>
              <a:t>Temple Departure: 05:45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 err="1"/>
              <a:t>Snan</a:t>
            </a:r>
            <a:r>
              <a:rPr lang="en-IN" sz="1200" b="0" dirty="0"/>
              <a:t> Ghat Arrival: 06:30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 err="1"/>
              <a:t>Snan</a:t>
            </a:r>
            <a:r>
              <a:rPr lang="en-IN" sz="1200" b="0" dirty="0"/>
              <a:t> Ghat Departure: 07:00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/>
              <a:t>Return: 07:30 AM</a:t>
            </a:r>
          </a:p>
          <a:p>
            <a:r>
              <a:rPr lang="en-IN" sz="1200" dirty="0">
                <a:solidFill>
                  <a:srgbClr val="FF0000"/>
                </a:solidFill>
              </a:rPr>
              <a:t>Total Distance: 4.60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A643EA-FED0-3052-5CE3-46C5A7844CA3}"/>
              </a:ext>
            </a:extLst>
          </p:cNvPr>
          <p:cNvSpPr txBox="1"/>
          <p:nvPr/>
        </p:nvSpPr>
        <p:spPr>
          <a:xfrm>
            <a:off x="8637705" y="4551470"/>
            <a:ext cx="34534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en-IN" sz="1200" dirty="0"/>
              <a:t>3. Shri </a:t>
            </a:r>
            <a:r>
              <a:rPr lang="en-IN" sz="1200" dirty="0" err="1"/>
              <a:t>Panch</a:t>
            </a:r>
            <a:r>
              <a:rPr lang="en-IN" sz="1200" dirty="0"/>
              <a:t> Agni </a:t>
            </a:r>
            <a:r>
              <a:rPr lang="en-IN" sz="1200" dirty="0" err="1"/>
              <a:t>Akhada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/>
              <a:t>Departure: 03:35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 err="1"/>
              <a:t>Khanderav</a:t>
            </a:r>
            <a:r>
              <a:rPr lang="en-IN" sz="1200" b="0" dirty="0"/>
              <a:t> Temple: 03:55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/>
              <a:t>Procession Start: 04:00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 err="1"/>
              <a:t>Kushavarta</a:t>
            </a:r>
            <a:r>
              <a:rPr lang="en-IN" sz="1200" b="0" dirty="0"/>
              <a:t> Arrival: 04:45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 err="1"/>
              <a:t>Kushavarta</a:t>
            </a:r>
            <a:r>
              <a:rPr lang="en-IN" sz="1200" b="0" dirty="0"/>
              <a:t> Departure: 04:50 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 err="1"/>
              <a:t>Trimbakeshwar</a:t>
            </a:r>
            <a:r>
              <a:rPr lang="en-IN" sz="1200" b="0" dirty="0"/>
              <a:t> Arrival: 05:00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/>
              <a:t>Temple Departure: 05:45 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 err="1"/>
              <a:t>Snan</a:t>
            </a:r>
            <a:r>
              <a:rPr lang="en-IN" sz="1200" b="0" dirty="0"/>
              <a:t> Ghat Arrival: 06:30 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 err="1"/>
              <a:t>Snan</a:t>
            </a:r>
            <a:r>
              <a:rPr lang="en-IN" sz="1200" b="0" dirty="0"/>
              <a:t> Ghat Departure: 07:00 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dirty="0"/>
              <a:t>Return: 07:40 AM</a:t>
            </a:r>
          </a:p>
          <a:p>
            <a:r>
              <a:rPr lang="en-IN" sz="1200" dirty="0">
                <a:solidFill>
                  <a:srgbClr val="FF0000"/>
                </a:solidFill>
              </a:rPr>
              <a:t>Total Distance: 6.40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05D56-9267-5BB5-BCBD-E003E7EC7728}"/>
              </a:ext>
            </a:extLst>
          </p:cNvPr>
          <p:cNvSpPr txBox="1"/>
          <p:nvPr/>
        </p:nvSpPr>
        <p:spPr>
          <a:xfrm>
            <a:off x="3771231" y="6223973"/>
            <a:ext cx="278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Total Hours – 8 Hr:40 min </a:t>
            </a:r>
          </a:p>
        </p:txBody>
      </p:sp>
    </p:spTree>
    <p:extLst>
      <p:ext uri="{BB962C8B-B14F-4D97-AF65-F5344CB8AC3E}">
        <p14:creationId xmlns:p14="http://schemas.microsoft.com/office/powerpoint/2010/main" val="159066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1" grpId="0" animBg="1"/>
      <p:bldP spid="27" grpId="0"/>
      <p:bldP spid="28" grpId="0"/>
      <p:bldP spid="29" grpId="0"/>
      <p:bldP spid="30" grpId="0"/>
      <p:bldP spid="31" grpId="0" animBg="1"/>
      <p:bldP spid="32" grpId="0"/>
      <p:bldP spid="33" grpId="0" animBg="1"/>
      <p:bldP spid="36" grpId="0"/>
      <p:bldP spid="40" grpId="0" animBg="1"/>
      <p:bldP spid="42" grpId="0"/>
      <p:bldP spid="43" grpId="0" animBg="1"/>
      <p:bldP spid="44" grpId="0"/>
      <p:bldP spid="45" grpId="0" animBg="1"/>
      <p:bldP spid="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26644</TotalTime>
  <Words>241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DVOT-Surekh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919324333729</cp:lastModifiedBy>
  <cp:revision>1044</cp:revision>
  <cp:lastPrinted>2026-05-26T04:53:10Z</cp:lastPrinted>
  <dcterms:created xsi:type="dcterms:W3CDTF">2025-09-24T07:18:40Z</dcterms:created>
  <dcterms:modified xsi:type="dcterms:W3CDTF">2026-06-08T12:16:06Z</dcterms:modified>
</cp:coreProperties>
</file>